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47.xml" ContentType="application/vnd.openxmlformats-officedocument.presentationml.slide+xml"/>
  <Override PartName="/ppt/notesSlides/notesSlide47.xml" ContentType="application/vnd.openxmlformats-officedocument.presentationml.notesSlide+xml"/>
</Types>
</file>

<file path=_rels/.rels><?xml version='1.0' encoding='UTF-8'?>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4034" r:id="rId4"/>
  </p:sldMasterIdLst>
  <p:notesMasterIdLst>
    <p:notesMasterId r:id="rId51"/>
  </p:notesMasterIdLst>
  <p:handoutMasterIdLst>
    <p:handoutMasterId r:id="rId52"/>
  </p:handoutMasterIdLst>
  <p:sldIdLst>
    <p:sldId id="256" r:id="rId86"/>
  </p:sldIdLst>
  <p:sldSz cx="12192000" cy="6858000"/>
  <p:notesSz cx="6858000" cy="9144000"/>
  <p:embeddedFontLst>
    <p:embeddedFont>
      <p:font typeface="CiscoSansTT" panose="020B0503020201020303" pitchFamily="34" charset="0"/>
      <p:regular r:id="rId53"/>
      <p:bold r:id="rId54"/>
      <p:italic r:id="rId55"/>
      <p:boldItalic r:id="rId56"/>
    </p:embeddedFont>
    <p:embeddedFont>
      <p:font typeface="CiscoSansTT Light" panose="020B0503020201020303" pitchFamily="34" charset="0"/>
      <p:regular r:id="rId57"/>
      <p:italic r:id="rId58"/>
    </p:embeddedFont>
    <p:embeddedFont>
      <p:font typeface="Inter" panose="02000503000000020004" pitchFamily="2" charset="0"/>
      <p:regular r:id="rId59"/>
      <p:bold r:id="rId60"/>
      <p:italic r:id="rId61"/>
      <p:boldItalic r:id="rId62"/>
    </p:embeddedFont>
    <p:embeddedFont>
      <p:font typeface="Inter Light" panose="02000403000000020004" pitchFamily="2" charset="0"/>
      <p:regular r:id="rId63"/>
      <p:italic r:id="rId64"/>
    </p:embeddedFont>
    <p:embeddedFont>
      <p:font typeface="Inter SemiBold" panose="02000503000000020004" pitchFamily="2" charset="0"/>
      <p:regular r:id="rId65"/>
      <p:bold r:id="rId66"/>
      <p:italic r:id="rId67"/>
      <p:boldItalic r:id="rId68"/>
    </p:embeddedFont>
    <p:embeddedFont>
      <p:font typeface="Lexend Black" pitchFamily="2" charset="77"/>
      <p:bold r:id="rId69"/>
    </p:embeddedFont>
    <p:embeddedFont>
      <p:font typeface="Lexend Medium" pitchFamily="2" charset="77"/>
      <p:regular r:id="rId70"/>
    </p:embeddedFont>
    <p:embeddedFont>
      <p:font typeface="MS PGothic" panose="020B0600070205080204" pitchFamily="34" charset="-128"/>
      <p:regular r:id="rId71"/>
    </p:embeddedFont>
    <p:embeddedFont>
      <p:font typeface="Source Code Pro" panose="020B0509030403020204" pitchFamily="49" charset="0"/>
      <p:regular r:id="rId72"/>
      <p:bold r:id="rId73"/>
      <p:italic r:id="rId74"/>
      <p:boldItalic r:id="rId75"/>
    </p:embeddedFont>
    <p:embeddedFont>
      <p:font typeface="Splunk Data Sans Pro" panose="020B0504030202020204" pitchFamily="34" charset="0"/>
      <p:regular r:id="rId76"/>
      <p:bold r:id="rId77"/>
      <p:italic r:id="rId78"/>
      <p:boldItalic r:id="rId7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ext uri="{EFAFB233-063F-42B5-8137-9DF3F51BA10A}">
      <p15:sldGuideLst xmlns:p15="http://schemas.microsoft.com/office/powerpoint/2012/main">
        <p15:guide id="2" pos="3840" userDrawn="1">
          <p15:clr>
            <a:srgbClr val="F26B43"/>
          </p15:clr>
        </p15:guide>
        <p15:guide id="3" orient="horz" pos="2160" userDrawn="1">
          <p15:clr>
            <a:srgbClr val="F26B43"/>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9AA2E3D1-FE07-41BA-0E3E-41F857C6F48F}" name="Kortney Melchiorre (kmelchio)" initials="KM(" userId="S::kmelchio@cisco.com::b8741b67-5639-4640-877b-9e127070f56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BFDFE"/>
    <a:srgbClr val="000B3F"/>
    <a:srgbClr val="04070B"/>
    <a:srgbClr val="0B1118"/>
    <a:srgbClr val="009DE2"/>
    <a:srgbClr val="EB4651"/>
    <a:srgbClr val="45991F"/>
    <a:srgbClr val="B4B9C0"/>
    <a:srgbClr val="525E6C"/>
    <a:srgbClr val="6B6B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23" autoAdjust="0"/>
    <p:restoredTop sz="96327" autoAdjust="0"/>
  </p:normalViewPr>
  <p:slideViewPr>
    <p:cSldViewPr snapToGrid="0" showGuides="1">
      <p:cViewPr varScale="1">
        <p:scale>
          <a:sx n="172" d="100"/>
          <a:sy n="172" d="100"/>
        </p:scale>
        <p:origin x="216" y="480"/>
      </p:cViewPr>
      <p:guideLst>
        <p:guide pos="3840"/>
        <p:guide orient="horz" pos="2160"/>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7428"/>
    </p:cViewPr>
  </p:sorterViewPr>
  <p:notesViewPr>
    <p:cSldViewPr snapToGrid="0">
      <p:cViewPr varScale="1">
        <p:scale>
          <a:sx n="139" d="100"/>
          <a:sy n="139" d="100"/>
        </p:scale>
        <p:origin x="3472" y="176"/>
      </p:cViewPr>
      <p:guideLst/>
    </p:cSldViewPr>
  </p:notesViewPr>
  <p:gridSpacing cx="76200" cy="76200"/>
</p:viewPr>
</file>

<file path=ppt/_rels/presentation.xml.rels><?xml version='1.0' encoding='UTF-8'?>
<Relationships xmlns="http://schemas.openxmlformats.org/package/2006/relationships"><Relationship Id="rId63" Type="http://schemas.openxmlformats.org/officeDocument/2006/relationships/font" Target="fonts/font11.fntdata"/><Relationship Id="rId68" Type="http://schemas.openxmlformats.org/officeDocument/2006/relationships/font" Target="fonts/font16.fntdata"/><Relationship Id="rId84" Type="http://schemas.microsoft.com/office/2016/11/relationships/changesInfo" Target="changesInfos/changesInfo1.xml"/><Relationship Id="rId53" Type="http://schemas.openxmlformats.org/officeDocument/2006/relationships/font" Target="fonts/font1.fntdata"/><Relationship Id="rId58" Type="http://schemas.openxmlformats.org/officeDocument/2006/relationships/font" Target="fonts/font6.fntdata"/><Relationship Id="rId74" Type="http://schemas.openxmlformats.org/officeDocument/2006/relationships/font" Target="fonts/font22.fntdata"/><Relationship Id="rId79" Type="http://schemas.openxmlformats.org/officeDocument/2006/relationships/font" Target="fonts/font27.fntdata"/><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font" Target="fonts/font17.fntdata"/><Relationship Id="rId77" Type="http://schemas.openxmlformats.org/officeDocument/2006/relationships/font" Target="fonts/font25.fntdata"/><Relationship Id="rId51" Type="http://schemas.openxmlformats.org/officeDocument/2006/relationships/notesMaster" Target="notesMasters/notesMaster1.xml"/><Relationship Id="rId72" Type="http://schemas.openxmlformats.org/officeDocument/2006/relationships/font" Target="fonts/font20.fntdata"/><Relationship Id="rId80" Type="http://schemas.openxmlformats.org/officeDocument/2006/relationships/presProps" Target="presProps.xml"/><Relationship Id="rId85" Type="http://schemas.microsoft.com/office/2018/10/relationships/authors" Target="authors.xml"/><Relationship Id="rId3" Type="http://schemas.openxmlformats.org/officeDocument/2006/relationships/customXml" Target="../customXml/item3.xml"/><Relationship Id="rId59" Type="http://schemas.openxmlformats.org/officeDocument/2006/relationships/font" Target="fonts/font7.fntdata"/><Relationship Id="rId67" Type="http://schemas.openxmlformats.org/officeDocument/2006/relationships/font" Target="fonts/font15.fntdata"/><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font" Target="fonts/font18.fntdata"/><Relationship Id="rId75" Type="http://schemas.openxmlformats.org/officeDocument/2006/relationships/font" Target="fonts/font23.fntdata"/><Relationship Id="rId83" Type="http://schemas.openxmlformats.org/officeDocument/2006/relationships/tableStyles" Target="tableStyles.xml"/><Relationship Id="rId1" Type="http://schemas.openxmlformats.org/officeDocument/2006/relationships/customXml" Target="../customXml/item1.xml"/><Relationship Id="rId57" Type="http://schemas.openxmlformats.org/officeDocument/2006/relationships/font" Target="fonts/font5.fntdata"/><Relationship Id="rId52" Type="http://schemas.openxmlformats.org/officeDocument/2006/relationships/handoutMaster" Target="handoutMasters/handoutMaster1.xml"/><Relationship Id="rId60" Type="http://schemas.openxmlformats.org/officeDocument/2006/relationships/font" Target="fonts/font8.fntdata"/><Relationship Id="rId65" Type="http://schemas.openxmlformats.org/officeDocument/2006/relationships/font" Target="fonts/font13.fntdata"/><Relationship Id="rId73" Type="http://schemas.openxmlformats.org/officeDocument/2006/relationships/font" Target="fonts/font21.fntdata"/><Relationship Id="rId78" Type="http://schemas.openxmlformats.org/officeDocument/2006/relationships/font" Target="fonts/font26.fntdata"/><Relationship Id="rId81" Type="http://schemas.openxmlformats.org/officeDocument/2006/relationships/viewProps" Target="viewProps.xml"/><Relationship Id="rId4" Type="http://schemas.openxmlformats.org/officeDocument/2006/relationships/slideMaster" Target="slideMasters/slideMaster1.xml"/><Relationship Id="rId55" Type="http://schemas.openxmlformats.org/officeDocument/2006/relationships/font" Target="fonts/font3.fntdata"/><Relationship Id="rId76" Type="http://schemas.openxmlformats.org/officeDocument/2006/relationships/font" Target="fonts/font24.fntdata"/><Relationship Id="rId71" Type="http://schemas.openxmlformats.org/officeDocument/2006/relationships/font" Target="fonts/font19.fntdata"/><Relationship Id="rId2" Type="http://schemas.openxmlformats.org/officeDocument/2006/relationships/customXml" Target="../customXml/item2.xml"/><Relationship Id="rId66" Type="http://schemas.openxmlformats.org/officeDocument/2006/relationships/font" Target="fonts/font14.fntdata"/><Relationship Id="rId61" Type="http://schemas.openxmlformats.org/officeDocument/2006/relationships/font" Target="fonts/font9.fntdata"/><Relationship Id="rId82" Type="http://schemas.openxmlformats.org/officeDocument/2006/relationships/theme" Target="theme/theme1.xml"/><Relationship Id="rId86"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Pollard" userId="cb8535b8-2625-4708-8039-66da7a5ed623" providerId="ADAL" clId="{155DF9E5-E494-5C2F-B7CB-5C4ECC2C4FC7}"/>
    <pc:docChg chg="modSld">
      <pc:chgData name="David Pollard" userId="cb8535b8-2625-4708-8039-66da7a5ed623" providerId="ADAL" clId="{155DF9E5-E494-5C2F-B7CB-5C4ECC2C4FC7}" dt="2026-07-24T09:27:10.130" v="0" actId="14100"/>
      <pc:docMkLst>
        <pc:docMk/>
      </pc:docMkLst>
      <pc:sldChg chg="modSp mod">
        <pc:chgData name="David Pollard" userId="cb8535b8-2625-4708-8039-66da7a5ed623" providerId="ADAL" clId="{155DF9E5-E494-5C2F-B7CB-5C4ECC2C4FC7}" dt="2026-07-24T09:27:10.130" v="0" actId="14100"/>
        <pc:sldMkLst>
          <pc:docMk/>
          <pc:sldMk cId="4113801591" sldId="2147482691"/>
        </pc:sldMkLst>
        <pc:grpChg chg="mod">
          <ac:chgData name="David Pollard" userId="cb8535b8-2625-4708-8039-66da7a5ed623" providerId="ADAL" clId="{155DF9E5-E494-5C2F-B7CB-5C4ECC2C4FC7}" dt="2026-07-24T09:27:10.130" v="0" actId="14100"/>
          <ac:grpSpMkLst>
            <pc:docMk/>
            <pc:sldMk cId="4113801591" sldId="2147482691"/>
            <ac:grpSpMk id="2" creationId="{2DEDA832-2639-91C0-C371-1F334F687472}"/>
          </ac:grpSpMkLst>
        </pc:grpChg>
      </pc:sldChg>
    </pc:docChg>
  </pc:docChgLst>
</pc:chgInfo>
</file>

<file path=ppt/handoutMasters/_rels/handoutMaster1.xml.rels><?xml version='1.0' encoding='UTF-8'?>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9160F12-8836-E7B4-E4D7-6BC3D171F2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AF74747-B370-D928-1BB9-0C19B2EBFA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B074C1-390D-874D-9D28-A0ABB3D06F25}" type="datetimeFigureOut">
              <a:rPr lang="en-US" smtClean="0"/>
              <a:t>7/24/26</a:t>
            </a:fld>
            <a:endParaRPr lang="en-US"/>
          </a:p>
        </p:txBody>
      </p:sp>
      <p:sp>
        <p:nvSpPr>
          <p:cNvPr id="4" name="Footer Placeholder 3">
            <a:extLst>
              <a:ext uri="{FF2B5EF4-FFF2-40B4-BE49-F238E27FC236}">
                <a16:creationId xmlns:a16="http://schemas.microsoft.com/office/drawing/2014/main" id="{D4A30FFE-7860-3800-3DFE-875324BBCF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F882DAE-C070-8F4E-FEB0-279E398708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AC68FE2-D02A-974F-8241-2FBB35007C94}" type="slidenum">
              <a:rPr lang="en-US" smtClean="0"/>
              <a:t>‹#›</a:t>
            </a:fld>
            <a:endParaRPr lang="en-US"/>
          </a:p>
        </p:txBody>
      </p:sp>
    </p:spTree>
    <p:extLst>
      <p:ext uri="{BB962C8B-B14F-4D97-AF65-F5344CB8AC3E}">
        <p14:creationId xmlns:p14="http://schemas.microsoft.com/office/powerpoint/2010/main" val="3862649019"/>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2C72104B-A22A-485F-8181-8B2CD5833538}" type="datetimeFigureOut">
              <a:rPr lang="en-US" smtClean="0"/>
              <a:pPr/>
              <a:t>7/24/26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4DBB4990-0A23-4A10-BE7D-7E64CAB85BE3}" type="slidenum">
              <a:rPr lang="en-US" smtClean="0"/>
              <a:pPr/>
              <a:t>‹#›</a:t>
            </a:fld>
            <a:endParaRPr lang="en-US" dirty="0"/>
          </a:p>
        </p:txBody>
      </p:sp>
    </p:spTree>
    <p:extLst>
      <p:ext uri="{BB962C8B-B14F-4D97-AF65-F5344CB8AC3E}">
        <p14:creationId xmlns:p14="http://schemas.microsoft.com/office/powerpoint/2010/main" val="62820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CiscoSansTT" panose="020B0503020201020303" pitchFamily="34" charset="0"/>
      </a:defRPr>
    </a:lvl1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 Id="rId3" Type="http://schemas.openxmlformats.org/officeDocument/2006/relationships/hyperlink" Target="https://github.com/UnshakeableSaltLtd/SplunkConf/blob/main/conf26/SEC1215/ARCHITECTURE.md#the-loop-at-a-glance" TargetMode="External"/><Relationship Id="rId4" Type="http://schemas.openxmlformats.org/officeDocument/2006/relationships/hyperlink" Target="https://github.com/UnshakeableSaltLtd/SplunkConf/blob/main/conf26/SEC1215/ARCHITECTURE.md#the-loop-at-a-glance" TargetMode="External"/></Relationship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Detect → Decide → Act → Record</a:t>
            </a:r>
            <a:r>
              <a:rPr lang="en-US" dirty="0"/>
              <a:t> — one continuous loop, closed without a human in the middle of it, and now closed inside a single process instead of handed off between two.</a:t>
            </a:r>
          </a:p>
          <a:p>
            <a:endParaRPr lang="en-US" dirty="0"/>
          </a:p>
          <a:p>
            <a:r>
              <a:rPr lang="en-US" dirty="0"/>
              <a:t>This is the single architecture diagram the whole rest of the talk hangs off — full version lives in </a:t>
            </a:r>
            <a:r>
              <a:rPr lang="en-US" u="sng" dirty="0">
                <a:hlinkClick r:id="rId3"/>
              </a:rPr>
              <a:t>ARCHITECTURE.md</a:t>
            </a:r>
            <a:r>
              <a:rPr lang="en-US" dirty="0"/>
              <a:t>. Walk it top to bottom exactly once here, slowly, then tell the room "we're now going to walk each of these three phases in detail" — this sets up slides 6–10.</a:t>
            </a:r>
          </a:p>
          <a:p>
            <a:endParaRPr lang="en-US" dirty="0"/>
          </a:p>
          <a:p>
            <a:r>
              <a:rPr lang="en-US" dirty="0"/>
              <a:t>Name the phases explicitly since you'll refer back to them by number for the rest of the deck — and flag up front that Phase 2 and Phase 3 used to be two separate hops, not one:</a:t>
            </a:r>
          </a:p>
          <a:p>
            <a:pPr marL="285750" indent="-285750">
              <a:buFont typeface="Arial" panose="020B0604020202020204" pitchFamily="34" charset="0"/>
              <a:buChar char="•"/>
            </a:pPr>
            <a:r>
              <a:rPr lang="en-US" b="1" dirty="0"/>
              <a:t>Phase 1</a:t>
            </a:r>
            <a:r>
              <a:rPr lang="en-US" dirty="0"/>
              <a:t> — ES alert-action output feeds the agentic AI (shipped, TA_ResponseActions).</a:t>
            </a:r>
          </a:p>
          <a:p>
            <a:pPr marL="285750" indent="-285750">
              <a:buFont typeface="Arial" panose="020B0604020202020204" pitchFamily="34" charset="0"/>
              <a:buChar char="•"/>
            </a:pPr>
            <a:r>
              <a:rPr lang="en-US" b="1" dirty="0"/>
              <a:t>Phase 2</a:t>
            </a:r>
            <a:r>
              <a:rPr lang="en-US" dirty="0"/>
              <a:t> — the AI answers, in-line, before delivery (shipped, v1.3.3, inside the same process as Phase 1).</a:t>
            </a:r>
          </a:p>
          <a:p>
            <a:pPr marL="285750" indent="-285750">
              <a:buFont typeface="Arial" panose="020B0604020202020204" pitchFamily="34" charset="0"/>
              <a:buChar char="•"/>
            </a:pPr>
            <a:r>
              <a:rPr lang="en-US" b="1" dirty="0"/>
              <a:t>Phase 3</a:t>
            </a:r>
            <a:r>
              <a:rPr lang="en-US" dirty="0"/>
              <a:t> — that answer lands via Splunk's own existing APIs, with zero human intervention (shipped, v1.3.3, same call as Phase 2 — no second component).</a:t>
            </a:r>
          </a:p>
          <a:p>
            <a:endParaRPr lang="en-US" dirty="0"/>
          </a:p>
          <a:p>
            <a:r>
              <a:rPr lang="en-US" dirty="0"/>
              <a:t>Tell the room honestly, right here, that this diagram is the second version of this architecture, not the first: the first shipped design (v1.3.1–v1.3.2) split Phase 2/3 out into a separate asynchronous bridge component that polled Slack for a reply. It worked. It's still worth seeing — slides 8–9 walk through it, because building it and retiring it is where Takeaway 3 actually comes from. What's on screen now is what replaced it, once the cost of running a second component became obvious and the fix turned out to be simpler than the original design: trust the Perplexity API's own structured-output feature and trust that the alert action already had everything it needed synchronously, with no hand-off required.</a:t>
            </a:r>
          </a:p>
          <a:p>
            <a:endParaRPr lang="en-US" dirty="0"/>
          </a:p>
          <a:p>
            <a:r>
              <a:rPr lang="en-US" dirty="0"/>
              <a:t>Emphasise the closing line — this is the "retaining the principles of being agentic" test this whole pipeline has to pass: detect (correlation search) → decide (agentic AI against the standing perplexity_ask checks) → act (Slack + notable comment + KV store write-back) → record (native Adaptive Response panel, Incident Review) — one continuous loop, closed without a human in the middle of it, and now closed synchronously in one request/response rather than an async poll. This exact phrase and diagram are from </a:t>
            </a:r>
            <a:r>
              <a:rPr lang="en-US" u="sng" dirty="0">
                <a:hlinkClick r:id="rId4"/>
              </a:rPr>
              <a:t>ARCHITECTURE.md § The loop at a glance</a:t>
            </a:r>
            <a:r>
              <a:rPr lang="en-US" dirty="0"/>
              <a:t>.</a:t>
            </a:r>
          </a:p>
          <a:p>
            <a:endParaRPr lang="en-US" dirty="0"/>
          </a:p>
          <a:p>
            <a:r>
              <a:rPr lang="en-US" dirty="0"/>
              <a:t>Everything here is already shipped — this is not a roadmap slide. Status detail, including the retired first version, comes back on slide 14.</a:t>
            </a:r>
            <a:endParaRPr lang="en-US" dirty="0"/>
          </a:p>
        </p:txBody>
      </p:sp>
      <p:sp>
        <p:nvSpPr>
          <p:cNvPr id="4" name="Slide Number Placeholder 3"/>
          <p:cNvSpPr>
            <a:spLocks noGrp="1"/>
          </p:cNvSpPr>
          <p:nvPr>
            <p:ph type="sldNum" sz="quarter" idx="5"/>
          </p:nvPr>
        </p:nvSpPr>
        <p:spPr/>
        <p:txBody>
          <a:bodyPr/>
          <a:lstStyle/>
          <a:p>
            <a:fld id="{4DBB4990-0A23-4A10-BE7D-7E64CAB85BE4}" type="slidenum">
              <a:rPr lang="en-US" smtClean="0"/>
              <a:t>1</a:t>
            </a:fld>
            <a:endParaRPr lang="en-US"/>
          </a:p>
        </p:txBody>
      </p:sp>
    </p:spTree>
  </p:cSld>
  <p:clrMapOvr>
    <a:masterClrMapping/>
  </p:clrMapOvr>
</p:notes>
</file>

<file path=ppt/slideLayouts/_rels/slideLayout1.xml.rels><?xml version='1.0' encoding='UTF-8'?>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0.xml.rels><?xml version='1.0' encoding='UTF-8'?>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1.xml.rels><?xml version='1.0' encoding='UTF-8'?>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2.xml.rels><?xml version='1.0' encoding='UTF-8'?>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3.xml.rels><?xml version='1.0' encoding='UTF-8'?>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4.xml.rels><?xml version='1.0' encoding='UTF-8'?>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2.xml.rels><?xml version='1.0' encoding='UTF-8'?>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3.xml.rels><?xml version='1.0' encoding='UTF-8'?>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4.xml.rels><?xml version='1.0' encoding='UTF-8'?>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plunk - 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14" name="Graphic 13">
            <a:extLst>
              <a:ext uri="{FF2B5EF4-FFF2-40B4-BE49-F238E27FC236}">
                <a16:creationId xmlns:a16="http://schemas.microsoft.com/office/drawing/2014/main" id="{36791DBD-BFC3-41C2-4DB3-EB3EF559FA1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25542" y="2749346"/>
            <a:ext cx="1817915" cy="1233978"/>
          </a:xfrm>
          <a:prstGeom prst="rect">
            <a:avLst/>
          </a:prstGeom>
        </p:spPr>
      </p:pic>
    </p:spTree>
    <p:extLst>
      <p:ext uri="{BB962C8B-B14F-4D97-AF65-F5344CB8AC3E}">
        <p14:creationId xmlns:p14="http://schemas.microsoft.com/office/powerpoint/2010/main" val="4658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plunk - 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DE1C428-FB01-B3E9-D347-5F55C93684C9}"/>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097997"/>
            <a:ext cx="6656388" cy="1324092"/>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4159"/>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047562"/>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047562"/>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674169"/>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674169"/>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pic>
        <p:nvPicPr>
          <p:cNvPr id="8" name="Graphic 7">
            <a:extLst>
              <a:ext uri="{FF2B5EF4-FFF2-40B4-BE49-F238E27FC236}">
                <a16:creationId xmlns:a16="http://schemas.microsoft.com/office/drawing/2014/main" id="{CD8807AC-0F19-1296-4BA5-E7FCC65B50A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25542" y="2749346"/>
            <a:ext cx="1817915" cy="1233978"/>
          </a:xfrm>
          <a:prstGeom prst="rect">
            <a:avLst/>
          </a:prstGeom>
        </p:spPr>
      </p:pic>
    </p:spTree>
    <p:extLst>
      <p:ext uri="{BB962C8B-B14F-4D97-AF65-F5344CB8AC3E}">
        <p14:creationId xmlns:p14="http://schemas.microsoft.com/office/powerpoint/2010/main" val="151087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Event Only Title Slide 1, Two Speakers">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425885"/>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072124"/>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605527"/>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605527"/>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7" name="Graphic 6">
            <a:extLst>
              <a:ext uri="{FF2B5EF4-FFF2-40B4-BE49-F238E27FC236}">
                <a16:creationId xmlns:a16="http://schemas.microsoft.com/office/drawing/2014/main" id="{A300E2A1-4C63-3529-6916-C98B0C1EBFF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08266" y="520861"/>
            <a:ext cx="1617676" cy="1098058"/>
          </a:xfrm>
          <a:prstGeom prst="rect">
            <a:avLst/>
          </a:prstGeom>
        </p:spPr>
      </p:pic>
    </p:spTree>
    <p:extLst>
      <p:ext uri="{BB962C8B-B14F-4D97-AF65-F5344CB8AC3E}">
        <p14:creationId xmlns:p14="http://schemas.microsoft.com/office/powerpoint/2010/main" val="3917062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Event Only Title Slide 1, Two Speakers">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562040"/>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562040"/>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EE004421-30A3-EF43-F56A-284A9116990D}"/>
              </a:ext>
            </a:extLst>
          </p:cNvPr>
          <p:cNvSpPr>
            <a:spLocks noGrp="1"/>
          </p:cNvSpPr>
          <p:nvPr>
            <p:ph type="body" sz="quarter" idx="15" hasCustomPrompt="1"/>
          </p:nvPr>
        </p:nvSpPr>
        <p:spPr>
          <a:xfrm>
            <a:off x="323850" y="4187513"/>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F7739363-8971-A945-5479-6A7D52A23CC1}"/>
              </a:ext>
            </a:extLst>
          </p:cNvPr>
          <p:cNvSpPr>
            <a:spLocks noGrp="1"/>
          </p:cNvSpPr>
          <p:nvPr>
            <p:ph type="body" sz="quarter" idx="16" hasCustomPrompt="1"/>
          </p:nvPr>
        </p:nvSpPr>
        <p:spPr>
          <a:xfrm>
            <a:off x="4230687" y="4187513"/>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5" name="Graphic 4">
            <a:extLst>
              <a:ext uri="{FF2B5EF4-FFF2-40B4-BE49-F238E27FC236}">
                <a16:creationId xmlns:a16="http://schemas.microsoft.com/office/drawing/2014/main" id="{A502ABFF-E971-B3AB-65D8-4ED252E2F6D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08266" y="520861"/>
            <a:ext cx="1617676" cy="1098058"/>
          </a:xfrm>
          <a:prstGeom prst="rect">
            <a:avLst/>
          </a:prstGeom>
        </p:spPr>
      </p:pic>
      <p:sp>
        <p:nvSpPr>
          <p:cNvPr id="8" name="Title 2">
            <a:extLst>
              <a:ext uri="{FF2B5EF4-FFF2-40B4-BE49-F238E27FC236}">
                <a16:creationId xmlns:a16="http://schemas.microsoft.com/office/drawing/2014/main" id="{F953B218-B267-8ACF-928F-D548E25E2EF4}"/>
              </a:ext>
            </a:extLst>
          </p:cNvPr>
          <p:cNvSpPr>
            <a:spLocks noGrp="1"/>
          </p:cNvSpPr>
          <p:nvPr>
            <p:ph type="title" hasCustomPrompt="1"/>
          </p:nvPr>
        </p:nvSpPr>
        <p:spPr>
          <a:xfrm>
            <a:off x="323850" y="1425885"/>
            <a:ext cx="6656388" cy="1554169"/>
          </a:xfrm>
        </p:spPr>
        <p:txBody>
          <a:bodyPr anchor="b" anchorCtr="0"/>
          <a:lstStyle>
            <a:lvl1pPr>
              <a:defRPr sz="3600">
                <a:solidFill>
                  <a:schemeClr val="tx1"/>
                </a:solidFill>
              </a:defRPr>
            </a:lvl1pPr>
          </a:lstStyle>
          <a:p>
            <a:r>
              <a:rPr lang="en-US" dirty="0"/>
              <a:t>Presentation Title</a:t>
            </a:r>
          </a:p>
        </p:txBody>
      </p:sp>
      <p:sp>
        <p:nvSpPr>
          <p:cNvPr id="9" name="Text Placeholder 10">
            <a:extLst>
              <a:ext uri="{FF2B5EF4-FFF2-40B4-BE49-F238E27FC236}">
                <a16:creationId xmlns:a16="http://schemas.microsoft.com/office/drawing/2014/main" id="{57E30597-0560-4CF8-0081-17A9912783EF}"/>
              </a:ext>
            </a:extLst>
          </p:cNvPr>
          <p:cNvSpPr>
            <a:spLocks noGrp="1"/>
          </p:cNvSpPr>
          <p:nvPr>
            <p:ph type="body" sz="quarter" idx="13" hasCustomPrompt="1"/>
          </p:nvPr>
        </p:nvSpPr>
        <p:spPr>
          <a:xfrm>
            <a:off x="323850" y="3072124"/>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Tree>
    <p:extLst>
      <p:ext uri="{BB962C8B-B14F-4D97-AF65-F5344CB8AC3E}">
        <p14:creationId xmlns:p14="http://schemas.microsoft.com/office/powerpoint/2010/main" val="793513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_Event Only Title Slide 1,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5746302" y="1739457"/>
            <a:ext cx="5879640"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5746302" y="3385696"/>
            <a:ext cx="5879640"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5746302" y="3919099"/>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5" name="Picture Placeholder 16">
            <a:extLst>
              <a:ext uri="{FF2B5EF4-FFF2-40B4-BE49-F238E27FC236}">
                <a16:creationId xmlns:a16="http://schemas.microsoft.com/office/drawing/2014/main" id="{6CE2252C-F998-68C6-8B51-5EEF8087580B}"/>
              </a:ext>
            </a:extLst>
          </p:cNvPr>
          <p:cNvSpPr>
            <a:spLocks noGrp="1"/>
          </p:cNvSpPr>
          <p:nvPr>
            <p:ph type="pic" sz="quarter" idx="19"/>
          </p:nvPr>
        </p:nvSpPr>
        <p:spPr>
          <a:xfrm>
            <a:off x="856903" y="1514518"/>
            <a:ext cx="3725864" cy="3628710"/>
          </a:xfrm>
          <a:prstGeom prst="roundRect">
            <a:avLst>
              <a:gd name="adj" fmla="val 5474"/>
            </a:avLst>
          </a:prstGeom>
        </p:spPr>
        <p:txBody>
          <a:bodyPr/>
          <a:lstStyle/>
          <a:p>
            <a:endParaRPr lang="en-US"/>
          </a:p>
        </p:txBody>
      </p:sp>
      <p:pic>
        <p:nvPicPr>
          <p:cNvPr id="2" name="Graphic 1">
            <a:extLst>
              <a:ext uri="{FF2B5EF4-FFF2-40B4-BE49-F238E27FC236}">
                <a16:creationId xmlns:a16="http://schemas.microsoft.com/office/drawing/2014/main" id="{D9B55C1B-BA0C-BB1A-B3B1-488EFB23554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08266" y="520861"/>
            <a:ext cx="1617676" cy="1098058"/>
          </a:xfrm>
          <a:prstGeom prst="rect">
            <a:avLst/>
          </a:prstGeom>
        </p:spPr>
      </p:pic>
    </p:spTree>
    <p:extLst>
      <p:ext uri="{BB962C8B-B14F-4D97-AF65-F5344CB8AC3E}">
        <p14:creationId xmlns:p14="http://schemas.microsoft.com/office/powerpoint/2010/main" val="1282297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6"/>
            <a:ext cx="2749550" cy="492443"/>
          </a:xfrm>
        </p:spPr>
        <p:txBody>
          <a:bodyPr/>
          <a:lstStyle>
            <a:lvl1pPr>
              <a:defRPr>
                <a:solidFill>
                  <a:schemeClr val="tx1"/>
                </a:solidFill>
              </a:defRPr>
            </a:lvl1pPr>
          </a:lstStyle>
          <a:p>
            <a:r>
              <a:rPr lang="en-US" dirty="0"/>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8" y="296863"/>
            <a:ext cx="550862"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tx2">
                    <a:lumMod val="60000"/>
                    <a:lumOff val="40000"/>
                  </a:schemeClr>
                </a:solidFill>
                <a:effectLst/>
                <a:uLnTx/>
                <a:uFillTx/>
                <a:latin typeface="+mj-lt"/>
                <a:cs typeface="CiscoSansTT Light" panose="020B0503020201020303" pitchFamily="34" charset="0"/>
              </a:defRPr>
            </a:lvl1pPr>
          </a:lstStyle>
          <a:p>
            <a:pPr marL="0" lvl="0" algn="r" defTabSz="914400" latinLnBrk="0"/>
            <a:r>
              <a:rPr lang="en-US" dirty="0"/>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3"/>
            <a:ext cx="5683250" cy="365125"/>
          </a:xfr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tx1"/>
                </a:solidFill>
                <a:latin typeface="Inter" panose="02000503000000020004" pitchFamily="2" charset="0"/>
                <a:ea typeface="Inter" panose="02000503000000020004" pitchFamily="2" charset="0"/>
                <a:cs typeface="CiscoSansTT Thin" charset="0"/>
              </a:defRPr>
            </a:lvl1pPr>
          </a:lstStyle>
          <a:p>
            <a:pPr lvl="0"/>
            <a:r>
              <a:rPr lang="en-US" dirty="0"/>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959039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58653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76278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5"/>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35794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tx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16714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5"/>
            <a:ext cx="5772150" cy="441325"/>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718286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59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65889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3399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9657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Tree>
    <p:extLst>
      <p:ext uri="{BB962C8B-B14F-4D97-AF65-F5344CB8AC3E}">
        <p14:creationId xmlns:p14="http://schemas.microsoft.com/office/powerpoint/2010/main" val="2494054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F7953DF5-78A1-7006-522C-1EF18B91ADAA}"/>
              </a:ext>
            </a:extLst>
          </p:cNvPr>
          <p:cNvSpPr>
            <a:spLocks noGrp="1"/>
          </p:cNvSpPr>
          <p:nvPr>
            <p:ph type="body" sz="quarter" idx="12"/>
          </p:nvPr>
        </p:nvSpPr>
        <p:spPr>
          <a:xfrm>
            <a:off x="323850" y="952500"/>
            <a:ext cx="11544300" cy="5122863"/>
          </a:xfrm>
        </p:spPr>
        <p:txBody>
          <a:bodyPr/>
          <a:lstStyle>
            <a:lvl1pPr>
              <a:buClr>
                <a:schemeClr val="tx1"/>
              </a:buClr>
              <a:defRPr sz="2000"/>
            </a:lvl1pPr>
            <a:lvl2pPr>
              <a:buClr>
                <a:schemeClr val="tx1"/>
              </a:buClr>
              <a:defRPr sz="2000"/>
            </a:lvl2pPr>
            <a:lvl3pPr>
              <a:buClr>
                <a:schemeClr val="tx1"/>
              </a:buClr>
              <a:defRPr sz="2000"/>
            </a:lvl3pPr>
            <a:lvl4pPr>
              <a:buClr>
                <a:schemeClr val="tx1"/>
              </a:buClr>
              <a:defRPr sz="2000"/>
            </a:lvl4pPr>
            <a:lvl5pPr>
              <a:buClr>
                <a:schemeClr val="tx1"/>
              </a:buCl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57232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1 Column with co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F7953DF5-78A1-7006-522C-1EF18B91ADAA}"/>
              </a:ext>
            </a:extLst>
          </p:cNvPr>
          <p:cNvSpPr>
            <a:spLocks noGrp="1"/>
          </p:cNvSpPr>
          <p:nvPr>
            <p:ph type="body" sz="quarter" idx="12"/>
          </p:nvPr>
        </p:nvSpPr>
        <p:spPr>
          <a:xfrm>
            <a:off x="323850" y="952500"/>
            <a:ext cx="11544300" cy="5122863"/>
          </a:xfrm>
        </p:spPr>
        <p:txBody>
          <a:bodyPr/>
          <a:lstStyle>
            <a:lvl1pPr>
              <a:buNone/>
              <a:defRPr sz="1600">
                <a:latin typeface="Source Code Pro" panose="020B0509030403020204" pitchFamily="49" charset="0"/>
                <a:ea typeface="Source Code Pro" panose="020B0509030403020204" pitchFamily="49" charset="0"/>
              </a:defRPr>
            </a:lvl1pPr>
            <a:lvl2pPr>
              <a:buNone/>
              <a:defRPr sz="1600">
                <a:latin typeface="Source Code Pro" panose="020B0509030403020204" pitchFamily="49" charset="0"/>
                <a:ea typeface="Source Code Pro" panose="020B0509030403020204" pitchFamily="49" charset="0"/>
              </a:defRPr>
            </a:lvl2pPr>
            <a:lvl3pPr>
              <a:buNone/>
              <a:defRPr sz="1600">
                <a:latin typeface="Source Code Pro" panose="020B0509030403020204" pitchFamily="49" charset="0"/>
                <a:ea typeface="Source Code Pro" panose="020B0509030403020204" pitchFamily="49" charset="0"/>
              </a:defRPr>
            </a:lvl3pPr>
            <a:lvl4pPr>
              <a:buNone/>
              <a:defRPr sz="1600">
                <a:latin typeface="Source Code Pro" panose="020B0509030403020204" pitchFamily="49" charset="0"/>
                <a:ea typeface="Source Code Pro" panose="020B0509030403020204" pitchFamily="49" charset="0"/>
              </a:defRPr>
            </a:lvl4pPr>
            <a:lvl5pPr>
              <a:buNone/>
              <a:defRPr sz="1600">
                <a:latin typeface="Source Code Pro" panose="020B0509030403020204" pitchFamily="49" charset="0"/>
                <a:ea typeface="Source Code Pro" panose="020B050903040302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4390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15685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8424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0" y="2181225"/>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71065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4"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3293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6896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5281613"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0" y="320675"/>
            <a:ext cx="5760720" cy="5759451"/>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87848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7235825" cy="94773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8140700" y="320675"/>
            <a:ext cx="3727450" cy="5759451"/>
          </a:xfrm>
          <a:prstGeom prst="roundRect">
            <a:avLst>
              <a:gd name="adj" fmla="val 1618"/>
            </a:avLst>
          </a:prstGeom>
          <a:solidFill>
            <a:schemeClr val="bg1">
              <a:alpha val="10000"/>
            </a:schemeClr>
          </a:solidFill>
        </p:spPr>
        <p:txBody>
          <a:bodyPr tIns="137160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4174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3328987"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049713" y="320676"/>
            <a:ext cx="7818436" cy="57546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48907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3116793"/>
            <a:ext cx="5284788" cy="1246188"/>
          </a:xfrm>
        </p:spPr>
        <p:txBody>
          <a:bodyPr wrap="square" anchor="t" anchorCtr="0">
            <a:noAutofit/>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184901" y="795338"/>
            <a:ext cx="5284788" cy="52847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0992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323851" y="3429000"/>
            <a:ext cx="3328988" cy="2646363"/>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049713" y="622300"/>
            <a:ext cx="7818436" cy="5453063"/>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67147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a:t>
            </a:r>
            <a:br>
              <a:rPr lang="en-US" dirty="0"/>
            </a:br>
            <a:r>
              <a:rPr lang="en-US" dirty="0"/>
              <a:t>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13670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635668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484658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28016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2608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4927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2" y="4540250"/>
            <a:ext cx="10747375" cy="1071563"/>
          </a:xfrm>
        </p:spPr>
        <p:txBody>
          <a:bodyPr anchor="b" anchorCtr="0"/>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7201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14840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plunk - 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08775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7937"/>
            <a:ext cx="12192000" cy="4675188"/>
          </a:xfrm>
          <a:prstGeom prst="roundRect">
            <a:avLst>
              <a:gd name="adj" fmla="val 0"/>
            </a:avLst>
          </a:prstGeom>
          <a:solidFill>
            <a:schemeClr val="bg1">
              <a:alpha val="10000"/>
            </a:schemeClr>
          </a:solidFill>
        </p:spPr>
        <p:txBody>
          <a:bodyPr vert="horz" lIns="0" tIns="137160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0" y="-7937"/>
            <a:ext cx="8612188" cy="466344"/>
          </a:xfr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p:spPr>
        <p:txBody>
          <a:bodyPr/>
          <a:lstStyle>
            <a:lvl1pPr algn="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31009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plunk - 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9050" cap="flat">
            <a:gradFill flip="none" rotWithShape="1">
              <a:gsLst>
                <a:gs pos="0">
                  <a:schemeClr val="accent3"/>
                </a:gs>
                <a:gs pos="100000">
                  <a:schemeClr val="accent4"/>
                </a:gs>
              </a:gsLst>
              <a:lin ang="2700000" scaled="1"/>
              <a:tileRect/>
            </a:gra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73615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plunk -  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9050" cap="flat">
            <a:solidFill>
              <a:schemeClr val="tx1"/>
            </a:soli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827892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plunk - 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7609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6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21114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Title 5">
            <a:extLst>
              <a:ext uri="{FF2B5EF4-FFF2-40B4-BE49-F238E27FC236}">
                <a16:creationId xmlns:a16="http://schemas.microsoft.com/office/drawing/2014/main" id="{ED550F9B-7608-E02A-538E-8BA8CA6C733C}"/>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7" name="Text Placeholder 4">
            <a:extLst>
              <a:ext uri="{FF2B5EF4-FFF2-40B4-BE49-F238E27FC236}">
                <a16:creationId xmlns:a16="http://schemas.microsoft.com/office/drawing/2014/main" id="{9295254C-FBCA-2AA8-981E-12D91F5F8973}"/>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8" name="TextBox 7">
            <a:extLst>
              <a:ext uri="{FF2B5EF4-FFF2-40B4-BE49-F238E27FC236}">
                <a16:creationId xmlns:a16="http://schemas.microsoft.com/office/drawing/2014/main" id="{D0A48D09-C5BE-1D78-A95E-11B4AE086B4A}"/>
              </a:ext>
            </a:extLst>
          </p:cNvPr>
          <p:cNvSpPr txBox="1"/>
          <p:nvPr userDrawn="1"/>
        </p:nvSpPr>
        <p:spPr>
          <a:xfrm>
            <a:off x="4218039" y="4414684"/>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9" name="Text Placeholder 1">
            <a:extLst>
              <a:ext uri="{FF2B5EF4-FFF2-40B4-BE49-F238E27FC236}">
                <a16:creationId xmlns:a16="http://schemas.microsoft.com/office/drawing/2014/main" id="{80BAB371-C746-1346-84D4-B04FB1C2AA9F}"/>
              </a:ext>
            </a:extLst>
          </p:cNvPr>
          <p:cNvSpPr>
            <a:spLocks noGrp="1"/>
          </p:cNvSpPr>
          <p:nvPr>
            <p:ph type="body" sz="quarter" idx="13" hasCustomPrompt="1"/>
          </p:nvPr>
        </p:nvSpPr>
        <p:spPr>
          <a:xfrm>
            <a:off x="570136" y="4591673"/>
            <a:ext cx="3485896" cy="389467"/>
          </a:xfrm>
        </p:spPr>
        <p:txBody>
          <a:bodyPr/>
          <a:lstStyle>
            <a:lvl1pPr algn="ctr">
              <a:buNone/>
              <a:defRPr sz="1800"/>
            </a:lvl1pPr>
          </a:lstStyle>
          <a:p>
            <a:r>
              <a:rPr lang="en-US" dirty="0"/>
              <a:t>First, Last Name</a:t>
            </a:r>
          </a:p>
        </p:txBody>
      </p:sp>
      <p:sp>
        <p:nvSpPr>
          <p:cNvPr id="10" name="Text Placeholder 2">
            <a:extLst>
              <a:ext uri="{FF2B5EF4-FFF2-40B4-BE49-F238E27FC236}">
                <a16:creationId xmlns:a16="http://schemas.microsoft.com/office/drawing/2014/main" id="{11ED3745-9702-C144-0864-2711F9D9151B}"/>
              </a:ext>
            </a:extLst>
          </p:cNvPr>
          <p:cNvSpPr>
            <a:spLocks noGrp="1"/>
          </p:cNvSpPr>
          <p:nvPr>
            <p:ph type="body" sz="quarter" idx="14" hasCustomPrompt="1"/>
          </p:nvPr>
        </p:nvSpPr>
        <p:spPr>
          <a:xfrm>
            <a:off x="570136" y="5063536"/>
            <a:ext cx="3485896" cy="713024"/>
          </a:xfrm>
        </p:spPr>
        <p:txBody>
          <a:bodyPr/>
          <a:lstStyle>
            <a:lvl1pPr algn="ctr">
              <a:spcAft>
                <a:spcPts val="600"/>
              </a:spcAft>
              <a:buNone/>
              <a:defRPr sz="1100"/>
            </a:lvl1pPr>
          </a:lstStyle>
          <a:p>
            <a:r>
              <a:rPr lang="en-US" dirty="0"/>
              <a:t>Job Title </a:t>
            </a:r>
          </a:p>
          <a:p>
            <a:r>
              <a:rPr lang="en-US" dirty="0"/>
              <a:t>Company</a:t>
            </a:r>
          </a:p>
        </p:txBody>
      </p:sp>
      <p:sp>
        <p:nvSpPr>
          <p:cNvPr id="12" name="Text Placeholder 3">
            <a:extLst>
              <a:ext uri="{FF2B5EF4-FFF2-40B4-BE49-F238E27FC236}">
                <a16:creationId xmlns:a16="http://schemas.microsoft.com/office/drawing/2014/main" id="{D6425DC0-DD30-D9D9-384A-23B0D57863AF}"/>
              </a:ext>
            </a:extLst>
          </p:cNvPr>
          <p:cNvSpPr>
            <a:spLocks noGrp="1"/>
          </p:cNvSpPr>
          <p:nvPr>
            <p:ph type="body" sz="quarter" idx="17" hasCustomPrompt="1"/>
          </p:nvPr>
        </p:nvSpPr>
        <p:spPr>
          <a:xfrm>
            <a:off x="4364038" y="4591050"/>
            <a:ext cx="3486150" cy="390525"/>
          </a:xfrm>
        </p:spPr>
        <p:txBody>
          <a:bodyPr/>
          <a:lstStyle>
            <a:lvl1pPr algn="ctr">
              <a:buNone/>
              <a:defRPr sz="1800"/>
            </a:lvl1pPr>
          </a:lstStyle>
          <a:p>
            <a:r>
              <a:rPr lang="en-US" dirty="0"/>
              <a:t>First, Last Name</a:t>
            </a:r>
          </a:p>
        </p:txBody>
      </p:sp>
      <p:sp>
        <p:nvSpPr>
          <p:cNvPr id="13" name="Text Placeholder 4">
            <a:extLst>
              <a:ext uri="{FF2B5EF4-FFF2-40B4-BE49-F238E27FC236}">
                <a16:creationId xmlns:a16="http://schemas.microsoft.com/office/drawing/2014/main" id="{FA7B7933-5E51-35F9-6125-0A33D0D99B25}"/>
              </a:ext>
            </a:extLst>
          </p:cNvPr>
          <p:cNvSpPr>
            <a:spLocks noGrp="1"/>
          </p:cNvSpPr>
          <p:nvPr>
            <p:ph type="body" sz="quarter" idx="18" hasCustomPrompt="1"/>
          </p:nvPr>
        </p:nvSpPr>
        <p:spPr>
          <a:xfrm>
            <a:off x="4351338" y="5064121"/>
            <a:ext cx="3486150" cy="712787"/>
          </a:xfrm>
        </p:spPr>
        <p:txBody>
          <a:bodyPr/>
          <a:lstStyle>
            <a:lvl1pPr algn="ctr">
              <a:spcAft>
                <a:spcPts val="600"/>
              </a:spcAft>
              <a:buNone/>
              <a:defRPr sz="1100"/>
            </a:lvl1pPr>
          </a:lstStyle>
          <a:p>
            <a:r>
              <a:rPr lang="en-US" dirty="0"/>
              <a:t>Job Title </a:t>
            </a:r>
          </a:p>
          <a:p>
            <a:r>
              <a:rPr lang="en-US" dirty="0"/>
              <a:t>Company</a:t>
            </a:r>
          </a:p>
        </p:txBody>
      </p:sp>
      <p:sp>
        <p:nvSpPr>
          <p:cNvPr id="17" name="Picture Placeholder 16">
            <a:extLst>
              <a:ext uri="{FF2B5EF4-FFF2-40B4-BE49-F238E27FC236}">
                <a16:creationId xmlns:a16="http://schemas.microsoft.com/office/drawing/2014/main" id="{D64572AC-2D77-A409-8214-877569675DDB}"/>
              </a:ext>
            </a:extLst>
          </p:cNvPr>
          <p:cNvSpPr>
            <a:spLocks noGrp="1"/>
          </p:cNvSpPr>
          <p:nvPr>
            <p:ph type="pic" sz="quarter" idx="19"/>
          </p:nvPr>
        </p:nvSpPr>
        <p:spPr>
          <a:xfrm>
            <a:off x="1095471" y="1997075"/>
            <a:ext cx="2435225" cy="2371725"/>
          </a:xfrm>
          <a:prstGeom prst="roundRect">
            <a:avLst>
              <a:gd name="adj" fmla="val 5474"/>
            </a:avLst>
          </a:prstGeom>
        </p:spPr>
        <p:txBody>
          <a:bodyPr/>
          <a:lstStyle/>
          <a:p>
            <a:endParaRPr lang="en-US"/>
          </a:p>
        </p:txBody>
      </p:sp>
      <p:sp>
        <p:nvSpPr>
          <p:cNvPr id="18" name="Picture Placeholder 16">
            <a:extLst>
              <a:ext uri="{FF2B5EF4-FFF2-40B4-BE49-F238E27FC236}">
                <a16:creationId xmlns:a16="http://schemas.microsoft.com/office/drawing/2014/main" id="{E346ADEB-4538-91A9-B4A0-56A5FEAD5351}"/>
              </a:ext>
            </a:extLst>
          </p:cNvPr>
          <p:cNvSpPr>
            <a:spLocks noGrp="1"/>
          </p:cNvSpPr>
          <p:nvPr>
            <p:ph type="pic" sz="quarter" idx="20"/>
          </p:nvPr>
        </p:nvSpPr>
        <p:spPr>
          <a:xfrm>
            <a:off x="4880890" y="1997075"/>
            <a:ext cx="2435225" cy="2371725"/>
          </a:xfrm>
          <a:prstGeom prst="roundRect">
            <a:avLst>
              <a:gd name="adj" fmla="val 5474"/>
            </a:avLst>
          </a:prstGeom>
        </p:spPr>
        <p:txBody>
          <a:bodyPr/>
          <a:lstStyle/>
          <a:p>
            <a:endParaRPr lang="en-US"/>
          </a:p>
        </p:txBody>
      </p:sp>
    </p:spTree>
    <p:extLst>
      <p:ext uri="{BB962C8B-B14F-4D97-AF65-F5344CB8AC3E}">
        <p14:creationId xmlns:p14="http://schemas.microsoft.com/office/powerpoint/2010/main" val="3034862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Title 5">
            <a:extLst>
              <a:ext uri="{FF2B5EF4-FFF2-40B4-BE49-F238E27FC236}">
                <a16:creationId xmlns:a16="http://schemas.microsoft.com/office/drawing/2014/main" id="{ED550F9B-7608-E02A-538E-8BA8CA6C733C}"/>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7" name="Text Placeholder 4">
            <a:extLst>
              <a:ext uri="{FF2B5EF4-FFF2-40B4-BE49-F238E27FC236}">
                <a16:creationId xmlns:a16="http://schemas.microsoft.com/office/drawing/2014/main" id="{9295254C-FBCA-2AA8-981E-12D91F5F8973}"/>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8" name="TextBox 7">
            <a:extLst>
              <a:ext uri="{FF2B5EF4-FFF2-40B4-BE49-F238E27FC236}">
                <a16:creationId xmlns:a16="http://schemas.microsoft.com/office/drawing/2014/main" id="{D0A48D09-C5BE-1D78-A95E-11B4AE086B4A}"/>
              </a:ext>
            </a:extLst>
          </p:cNvPr>
          <p:cNvSpPr txBox="1"/>
          <p:nvPr userDrawn="1"/>
        </p:nvSpPr>
        <p:spPr>
          <a:xfrm>
            <a:off x="4218039" y="4414684"/>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9" name="Text Placeholder 1">
            <a:extLst>
              <a:ext uri="{FF2B5EF4-FFF2-40B4-BE49-F238E27FC236}">
                <a16:creationId xmlns:a16="http://schemas.microsoft.com/office/drawing/2014/main" id="{80BAB371-C746-1346-84D4-B04FB1C2AA9F}"/>
              </a:ext>
            </a:extLst>
          </p:cNvPr>
          <p:cNvSpPr>
            <a:spLocks noGrp="1"/>
          </p:cNvSpPr>
          <p:nvPr>
            <p:ph type="body" sz="quarter" idx="13" hasCustomPrompt="1"/>
          </p:nvPr>
        </p:nvSpPr>
        <p:spPr>
          <a:xfrm>
            <a:off x="570136" y="4591673"/>
            <a:ext cx="3485896" cy="389467"/>
          </a:xfrm>
        </p:spPr>
        <p:txBody>
          <a:bodyPr/>
          <a:lstStyle>
            <a:lvl1pPr algn="ctr">
              <a:buNone/>
              <a:defRPr sz="1800"/>
            </a:lvl1pPr>
          </a:lstStyle>
          <a:p>
            <a:r>
              <a:rPr lang="en-US" dirty="0"/>
              <a:t>First, Last Name</a:t>
            </a:r>
          </a:p>
        </p:txBody>
      </p:sp>
      <p:sp>
        <p:nvSpPr>
          <p:cNvPr id="10" name="Text Placeholder 2">
            <a:extLst>
              <a:ext uri="{FF2B5EF4-FFF2-40B4-BE49-F238E27FC236}">
                <a16:creationId xmlns:a16="http://schemas.microsoft.com/office/drawing/2014/main" id="{11ED3745-9702-C144-0864-2711F9D9151B}"/>
              </a:ext>
            </a:extLst>
          </p:cNvPr>
          <p:cNvSpPr>
            <a:spLocks noGrp="1"/>
          </p:cNvSpPr>
          <p:nvPr>
            <p:ph type="body" sz="quarter" idx="14" hasCustomPrompt="1"/>
          </p:nvPr>
        </p:nvSpPr>
        <p:spPr>
          <a:xfrm>
            <a:off x="570136" y="5063536"/>
            <a:ext cx="3485896" cy="713024"/>
          </a:xfrm>
        </p:spPr>
        <p:txBody>
          <a:bodyPr/>
          <a:lstStyle>
            <a:lvl1pPr algn="ctr">
              <a:spcAft>
                <a:spcPts val="600"/>
              </a:spcAft>
              <a:buNone/>
              <a:defRPr sz="1100"/>
            </a:lvl1pPr>
          </a:lstStyle>
          <a:p>
            <a:r>
              <a:rPr lang="en-US" dirty="0"/>
              <a:t>Job Title </a:t>
            </a:r>
          </a:p>
          <a:p>
            <a:r>
              <a:rPr lang="en-US" dirty="0"/>
              <a:t>Company</a:t>
            </a:r>
          </a:p>
        </p:txBody>
      </p:sp>
      <p:sp>
        <p:nvSpPr>
          <p:cNvPr id="12" name="Text Placeholder 3">
            <a:extLst>
              <a:ext uri="{FF2B5EF4-FFF2-40B4-BE49-F238E27FC236}">
                <a16:creationId xmlns:a16="http://schemas.microsoft.com/office/drawing/2014/main" id="{D6425DC0-DD30-D9D9-384A-23B0D57863AF}"/>
              </a:ext>
            </a:extLst>
          </p:cNvPr>
          <p:cNvSpPr>
            <a:spLocks noGrp="1"/>
          </p:cNvSpPr>
          <p:nvPr>
            <p:ph type="body" sz="quarter" idx="17" hasCustomPrompt="1"/>
          </p:nvPr>
        </p:nvSpPr>
        <p:spPr>
          <a:xfrm>
            <a:off x="4364038" y="4591050"/>
            <a:ext cx="3486150" cy="390525"/>
          </a:xfrm>
        </p:spPr>
        <p:txBody>
          <a:bodyPr/>
          <a:lstStyle>
            <a:lvl1pPr algn="ctr">
              <a:buNone/>
              <a:defRPr sz="1800"/>
            </a:lvl1pPr>
          </a:lstStyle>
          <a:p>
            <a:r>
              <a:rPr lang="en-US" dirty="0"/>
              <a:t>First, Last Name</a:t>
            </a:r>
          </a:p>
        </p:txBody>
      </p:sp>
      <p:sp>
        <p:nvSpPr>
          <p:cNvPr id="13" name="Text Placeholder 4">
            <a:extLst>
              <a:ext uri="{FF2B5EF4-FFF2-40B4-BE49-F238E27FC236}">
                <a16:creationId xmlns:a16="http://schemas.microsoft.com/office/drawing/2014/main" id="{FA7B7933-5E51-35F9-6125-0A33D0D99B25}"/>
              </a:ext>
            </a:extLst>
          </p:cNvPr>
          <p:cNvSpPr>
            <a:spLocks noGrp="1"/>
          </p:cNvSpPr>
          <p:nvPr>
            <p:ph type="body" sz="quarter" idx="18" hasCustomPrompt="1"/>
          </p:nvPr>
        </p:nvSpPr>
        <p:spPr>
          <a:xfrm>
            <a:off x="4351338" y="5064121"/>
            <a:ext cx="3486150" cy="712787"/>
          </a:xfrm>
        </p:spPr>
        <p:txBody>
          <a:bodyPr/>
          <a:lstStyle>
            <a:lvl1pPr algn="ctr">
              <a:spcAft>
                <a:spcPts val="600"/>
              </a:spcAft>
              <a:buNone/>
              <a:defRPr sz="1100"/>
            </a:lvl1pPr>
          </a:lstStyle>
          <a:p>
            <a:r>
              <a:rPr lang="en-US" dirty="0"/>
              <a:t>Job Title </a:t>
            </a:r>
          </a:p>
          <a:p>
            <a:r>
              <a:rPr lang="en-US" dirty="0"/>
              <a:t>Company</a:t>
            </a:r>
          </a:p>
        </p:txBody>
      </p:sp>
      <p:sp>
        <p:nvSpPr>
          <p:cNvPr id="17" name="Picture Placeholder 16">
            <a:extLst>
              <a:ext uri="{FF2B5EF4-FFF2-40B4-BE49-F238E27FC236}">
                <a16:creationId xmlns:a16="http://schemas.microsoft.com/office/drawing/2014/main" id="{D64572AC-2D77-A409-8214-877569675DDB}"/>
              </a:ext>
            </a:extLst>
          </p:cNvPr>
          <p:cNvSpPr>
            <a:spLocks noGrp="1"/>
          </p:cNvSpPr>
          <p:nvPr>
            <p:ph type="pic" sz="quarter" idx="19"/>
          </p:nvPr>
        </p:nvSpPr>
        <p:spPr>
          <a:xfrm>
            <a:off x="1095471" y="1997075"/>
            <a:ext cx="2435225" cy="2371725"/>
          </a:xfrm>
          <a:prstGeom prst="roundRect">
            <a:avLst>
              <a:gd name="adj" fmla="val 5474"/>
            </a:avLst>
          </a:prstGeom>
        </p:spPr>
        <p:txBody>
          <a:bodyPr/>
          <a:lstStyle/>
          <a:p>
            <a:endParaRPr lang="en-US"/>
          </a:p>
        </p:txBody>
      </p:sp>
      <p:sp>
        <p:nvSpPr>
          <p:cNvPr id="18" name="Picture Placeholder 16">
            <a:extLst>
              <a:ext uri="{FF2B5EF4-FFF2-40B4-BE49-F238E27FC236}">
                <a16:creationId xmlns:a16="http://schemas.microsoft.com/office/drawing/2014/main" id="{E346ADEB-4538-91A9-B4A0-56A5FEAD5351}"/>
              </a:ext>
            </a:extLst>
          </p:cNvPr>
          <p:cNvSpPr>
            <a:spLocks noGrp="1"/>
          </p:cNvSpPr>
          <p:nvPr>
            <p:ph type="pic" sz="quarter" idx="20"/>
          </p:nvPr>
        </p:nvSpPr>
        <p:spPr>
          <a:xfrm>
            <a:off x="4880890" y="1997075"/>
            <a:ext cx="2435225" cy="2371725"/>
          </a:xfrm>
          <a:prstGeom prst="roundRect">
            <a:avLst>
              <a:gd name="adj" fmla="val 5474"/>
            </a:avLst>
          </a:prstGeom>
        </p:spPr>
        <p:txBody>
          <a:bodyPr/>
          <a:lstStyle/>
          <a:p>
            <a:endParaRPr lang="en-US"/>
          </a:p>
        </p:txBody>
      </p:sp>
      <p:sp>
        <p:nvSpPr>
          <p:cNvPr id="5" name="Text Placeholder 3">
            <a:extLst>
              <a:ext uri="{FF2B5EF4-FFF2-40B4-BE49-F238E27FC236}">
                <a16:creationId xmlns:a16="http://schemas.microsoft.com/office/drawing/2014/main" id="{3E092305-95FD-3A50-0F57-4C246C9910B0}"/>
              </a:ext>
            </a:extLst>
          </p:cNvPr>
          <p:cNvSpPr>
            <a:spLocks noGrp="1"/>
          </p:cNvSpPr>
          <p:nvPr>
            <p:ph type="body" sz="quarter" idx="21" hasCustomPrompt="1"/>
          </p:nvPr>
        </p:nvSpPr>
        <p:spPr>
          <a:xfrm>
            <a:off x="8169122" y="4591050"/>
            <a:ext cx="3486150" cy="390525"/>
          </a:xfrm>
        </p:spPr>
        <p:txBody>
          <a:bodyPr/>
          <a:lstStyle>
            <a:lvl1pPr algn="ctr">
              <a:buNone/>
              <a:defRPr sz="1800"/>
            </a:lvl1pPr>
          </a:lstStyle>
          <a:p>
            <a:r>
              <a:rPr lang="en-US" dirty="0"/>
              <a:t>First, Last Name</a:t>
            </a:r>
          </a:p>
        </p:txBody>
      </p:sp>
      <p:sp>
        <p:nvSpPr>
          <p:cNvPr id="6" name="Text Placeholder 4">
            <a:extLst>
              <a:ext uri="{FF2B5EF4-FFF2-40B4-BE49-F238E27FC236}">
                <a16:creationId xmlns:a16="http://schemas.microsoft.com/office/drawing/2014/main" id="{7DE03894-2281-B12B-4226-07ABA68003C2}"/>
              </a:ext>
            </a:extLst>
          </p:cNvPr>
          <p:cNvSpPr>
            <a:spLocks noGrp="1"/>
          </p:cNvSpPr>
          <p:nvPr>
            <p:ph type="body" sz="quarter" idx="22" hasCustomPrompt="1"/>
          </p:nvPr>
        </p:nvSpPr>
        <p:spPr>
          <a:xfrm>
            <a:off x="8156422" y="5064121"/>
            <a:ext cx="3486150" cy="712787"/>
          </a:xfrm>
        </p:spPr>
        <p:txBody>
          <a:bodyPr/>
          <a:lstStyle>
            <a:lvl1pPr algn="ctr">
              <a:spcAft>
                <a:spcPts val="600"/>
              </a:spcAft>
              <a:buNone/>
              <a:defRPr sz="1100"/>
            </a:lvl1pPr>
          </a:lstStyle>
          <a:p>
            <a:r>
              <a:rPr lang="en-US" dirty="0"/>
              <a:t>Job Title </a:t>
            </a:r>
          </a:p>
          <a:p>
            <a:r>
              <a:rPr lang="en-US" dirty="0"/>
              <a:t>Company</a:t>
            </a:r>
          </a:p>
        </p:txBody>
      </p:sp>
      <p:sp>
        <p:nvSpPr>
          <p:cNvPr id="11" name="Picture Placeholder 16">
            <a:extLst>
              <a:ext uri="{FF2B5EF4-FFF2-40B4-BE49-F238E27FC236}">
                <a16:creationId xmlns:a16="http://schemas.microsoft.com/office/drawing/2014/main" id="{F2B9F0AD-45C3-B30A-5515-071060715B41}"/>
              </a:ext>
            </a:extLst>
          </p:cNvPr>
          <p:cNvSpPr>
            <a:spLocks noGrp="1"/>
          </p:cNvSpPr>
          <p:nvPr>
            <p:ph type="pic" sz="quarter" idx="23"/>
          </p:nvPr>
        </p:nvSpPr>
        <p:spPr>
          <a:xfrm>
            <a:off x="8685974" y="1997075"/>
            <a:ext cx="2435225" cy="2371725"/>
          </a:xfrm>
          <a:prstGeom prst="roundRect">
            <a:avLst>
              <a:gd name="adj" fmla="val 5474"/>
            </a:avLst>
          </a:prstGeom>
        </p:spPr>
        <p:txBody>
          <a:bodyPr/>
          <a:lstStyle/>
          <a:p>
            <a:endParaRPr lang="en-US"/>
          </a:p>
        </p:txBody>
      </p:sp>
    </p:spTree>
    <p:extLst>
      <p:ext uri="{BB962C8B-B14F-4D97-AF65-F5344CB8AC3E}">
        <p14:creationId xmlns:p14="http://schemas.microsoft.com/office/powerpoint/2010/main" val="3223086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Title 5">
            <a:extLst>
              <a:ext uri="{FF2B5EF4-FFF2-40B4-BE49-F238E27FC236}">
                <a16:creationId xmlns:a16="http://schemas.microsoft.com/office/drawing/2014/main" id="{ED550F9B-7608-E02A-538E-8BA8CA6C733C}"/>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7" name="Text Placeholder 4">
            <a:extLst>
              <a:ext uri="{FF2B5EF4-FFF2-40B4-BE49-F238E27FC236}">
                <a16:creationId xmlns:a16="http://schemas.microsoft.com/office/drawing/2014/main" id="{9295254C-FBCA-2AA8-981E-12D91F5F8973}"/>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8" name="TextBox 7">
            <a:extLst>
              <a:ext uri="{FF2B5EF4-FFF2-40B4-BE49-F238E27FC236}">
                <a16:creationId xmlns:a16="http://schemas.microsoft.com/office/drawing/2014/main" id="{D0A48D09-C5BE-1D78-A95E-11B4AE086B4A}"/>
              </a:ext>
            </a:extLst>
          </p:cNvPr>
          <p:cNvSpPr txBox="1"/>
          <p:nvPr userDrawn="1"/>
        </p:nvSpPr>
        <p:spPr>
          <a:xfrm>
            <a:off x="4080388" y="4414684"/>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9" name="Text Placeholder 1">
            <a:extLst>
              <a:ext uri="{FF2B5EF4-FFF2-40B4-BE49-F238E27FC236}">
                <a16:creationId xmlns:a16="http://schemas.microsoft.com/office/drawing/2014/main" id="{80BAB371-C746-1346-84D4-B04FB1C2AA9F}"/>
              </a:ext>
            </a:extLst>
          </p:cNvPr>
          <p:cNvSpPr>
            <a:spLocks noGrp="1"/>
          </p:cNvSpPr>
          <p:nvPr>
            <p:ph type="body" sz="quarter" idx="13" hasCustomPrompt="1"/>
          </p:nvPr>
        </p:nvSpPr>
        <p:spPr>
          <a:xfrm>
            <a:off x="432485" y="4352389"/>
            <a:ext cx="2576187" cy="389467"/>
          </a:xfrm>
        </p:spPr>
        <p:txBody>
          <a:bodyPr/>
          <a:lstStyle>
            <a:lvl1pPr algn="ctr">
              <a:buNone/>
              <a:defRPr sz="1600"/>
            </a:lvl1pPr>
          </a:lstStyle>
          <a:p>
            <a:r>
              <a:rPr lang="en-US" dirty="0"/>
              <a:t>First, Last Name</a:t>
            </a:r>
          </a:p>
        </p:txBody>
      </p:sp>
      <p:sp>
        <p:nvSpPr>
          <p:cNvPr id="10" name="Text Placeholder 2">
            <a:extLst>
              <a:ext uri="{FF2B5EF4-FFF2-40B4-BE49-F238E27FC236}">
                <a16:creationId xmlns:a16="http://schemas.microsoft.com/office/drawing/2014/main" id="{11ED3745-9702-C144-0864-2711F9D9151B}"/>
              </a:ext>
            </a:extLst>
          </p:cNvPr>
          <p:cNvSpPr>
            <a:spLocks noGrp="1"/>
          </p:cNvSpPr>
          <p:nvPr>
            <p:ph type="body" sz="quarter" idx="14" hasCustomPrompt="1"/>
          </p:nvPr>
        </p:nvSpPr>
        <p:spPr>
          <a:xfrm>
            <a:off x="432485"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17" name="Picture Placeholder 16">
            <a:extLst>
              <a:ext uri="{FF2B5EF4-FFF2-40B4-BE49-F238E27FC236}">
                <a16:creationId xmlns:a16="http://schemas.microsoft.com/office/drawing/2014/main" id="{D64572AC-2D77-A409-8214-877569675DDB}"/>
              </a:ext>
            </a:extLst>
          </p:cNvPr>
          <p:cNvSpPr>
            <a:spLocks noGrp="1" noChangeAspect="1"/>
          </p:cNvSpPr>
          <p:nvPr>
            <p:ph type="pic" sz="quarter" idx="19"/>
          </p:nvPr>
        </p:nvSpPr>
        <p:spPr>
          <a:xfrm>
            <a:off x="687306" y="2031771"/>
            <a:ext cx="2066543" cy="2012657"/>
          </a:xfrm>
          <a:prstGeom prst="roundRect">
            <a:avLst>
              <a:gd name="adj" fmla="val 5474"/>
            </a:avLst>
          </a:prstGeom>
        </p:spPr>
        <p:txBody>
          <a:bodyPr/>
          <a:lstStyle/>
          <a:p>
            <a:endParaRPr lang="en-US"/>
          </a:p>
        </p:txBody>
      </p:sp>
      <p:sp>
        <p:nvSpPr>
          <p:cNvPr id="14" name="Text Placeholder 1">
            <a:extLst>
              <a:ext uri="{FF2B5EF4-FFF2-40B4-BE49-F238E27FC236}">
                <a16:creationId xmlns:a16="http://schemas.microsoft.com/office/drawing/2014/main" id="{FE1F46AD-5BBD-7DC9-DF07-216F7BC3A306}"/>
              </a:ext>
            </a:extLst>
          </p:cNvPr>
          <p:cNvSpPr>
            <a:spLocks noGrp="1"/>
          </p:cNvSpPr>
          <p:nvPr>
            <p:ph type="body" sz="quarter" idx="20" hasCustomPrompt="1"/>
          </p:nvPr>
        </p:nvSpPr>
        <p:spPr>
          <a:xfrm>
            <a:off x="3352666" y="4352389"/>
            <a:ext cx="2576187" cy="389467"/>
          </a:xfrm>
        </p:spPr>
        <p:txBody>
          <a:bodyPr/>
          <a:lstStyle>
            <a:lvl1pPr algn="ctr">
              <a:buNone/>
              <a:defRPr sz="1600"/>
            </a:lvl1pPr>
          </a:lstStyle>
          <a:p>
            <a:r>
              <a:rPr lang="en-US" dirty="0"/>
              <a:t>First, Last Name</a:t>
            </a:r>
          </a:p>
        </p:txBody>
      </p:sp>
      <p:sp>
        <p:nvSpPr>
          <p:cNvPr id="15" name="Text Placeholder 2">
            <a:extLst>
              <a:ext uri="{FF2B5EF4-FFF2-40B4-BE49-F238E27FC236}">
                <a16:creationId xmlns:a16="http://schemas.microsoft.com/office/drawing/2014/main" id="{A1DAAD0E-6AED-CCA8-307C-F94AA8A239A1}"/>
              </a:ext>
            </a:extLst>
          </p:cNvPr>
          <p:cNvSpPr>
            <a:spLocks noGrp="1"/>
          </p:cNvSpPr>
          <p:nvPr>
            <p:ph type="body" sz="quarter" idx="21" hasCustomPrompt="1"/>
          </p:nvPr>
        </p:nvSpPr>
        <p:spPr>
          <a:xfrm>
            <a:off x="3352666"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16" name="Picture Placeholder 16">
            <a:extLst>
              <a:ext uri="{FF2B5EF4-FFF2-40B4-BE49-F238E27FC236}">
                <a16:creationId xmlns:a16="http://schemas.microsoft.com/office/drawing/2014/main" id="{BA3D9D5B-117F-0FFF-1C98-734B2B7D8248}"/>
              </a:ext>
            </a:extLst>
          </p:cNvPr>
          <p:cNvSpPr>
            <a:spLocks noGrp="1" noChangeAspect="1"/>
          </p:cNvSpPr>
          <p:nvPr>
            <p:ph type="pic" sz="quarter" idx="22"/>
          </p:nvPr>
        </p:nvSpPr>
        <p:spPr>
          <a:xfrm>
            <a:off x="3607487" y="2031771"/>
            <a:ext cx="2066543" cy="2012657"/>
          </a:xfrm>
          <a:prstGeom prst="roundRect">
            <a:avLst>
              <a:gd name="adj" fmla="val 5474"/>
            </a:avLst>
          </a:prstGeom>
        </p:spPr>
        <p:txBody>
          <a:bodyPr/>
          <a:lstStyle/>
          <a:p>
            <a:endParaRPr lang="en-US"/>
          </a:p>
        </p:txBody>
      </p:sp>
      <p:sp>
        <p:nvSpPr>
          <p:cNvPr id="19" name="Text Placeholder 1">
            <a:extLst>
              <a:ext uri="{FF2B5EF4-FFF2-40B4-BE49-F238E27FC236}">
                <a16:creationId xmlns:a16="http://schemas.microsoft.com/office/drawing/2014/main" id="{AC2D8529-3E99-19AD-8343-5CFF58213A72}"/>
              </a:ext>
            </a:extLst>
          </p:cNvPr>
          <p:cNvSpPr>
            <a:spLocks noGrp="1"/>
          </p:cNvSpPr>
          <p:nvPr>
            <p:ph type="body" sz="quarter" idx="23" hasCustomPrompt="1"/>
          </p:nvPr>
        </p:nvSpPr>
        <p:spPr>
          <a:xfrm>
            <a:off x="6272847" y="4352389"/>
            <a:ext cx="2576187" cy="389467"/>
          </a:xfrm>
        </p:spPr>
        <p:txBody>
          <a:bodyPr/>
          <a:lstStyle>
            <a:lvl1pPr algn="ctr">
              <a:buNone/>
              <a:defRPr sz="1600"/>
            </a:lvl1pPr>
          </a:lstStyle>
          <a:p>
            <a:r>
              <a:rPr lang="en-US" dirty="0"/>
              <a:t>First, Last Name</a:t>
            </a:r>
          </a:p>
        </p:txBody>
      </p:sp>
      <p:sp>
        <p:nvSpPr>
          <p:cNvPr id="20" name="Text Placeholder 2">
            <a:extLst>
              <a:ext uri="{FF2B5EF4-FFF2-40B4-BE49-F238E27FC236}">
                <a16:creationId xmlns:a16="http://schemas.microsoft.com/office/drawing/2014/main" id="{C6142541-E010-1B38-730E-9BBF4B109999}"/>
              </a:ext>
            </a:extLst>
          </p:cNvPr>
          <p:cNvSpPr>
            <a:spLocks noGrp="1"/>
          </p:cNvSpPr>
          <p:nvPr>
            <p:ph type="body" sz="quarter" idx="24" hasCustomPrompt="1"/>
          </p:nvPr>
        </p:nvSpPr>
        <p:spPr>
          <a:xfrm>
            <a:off x="6272847"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21" name="Picture Placeholder 16">
            <a:extLst>
              <a:ext uri="{FF2B5EF4-FFF2-40B4-BE49-F238E27FC236}">
                <a16:creationId xmlns:a16="http://schemas.microsoft.com/office/drawing/2014/main" id="{6F57ECAD-EE3E-D3A3-FE82-A24BEC29011D}"/>
              </a:ext>
            </a:extLst>
          </p:cNvPr>
          <p:cNvSpPr>
            <a:spLocks noGrp="1" noChangeAspect="1"/>
          </p:cNvSpPr>
          <p:nvPr>
            <p:ph type="pic" sz="quarter" idx="25"/>
          </p:nvPr>
        </p:nvSpPr>
        <p:spPr>
          <a:xfrm>
            <a:off x="6527668" y="2031771"/>
            <a:ext cx="2066543" cy="2012657"/>
          </a:xfrm>
          <a:prstGeom prst="roundRect">
            <a:avLst>
              <a:gd name="adj" fmla="val 5474"/>
            </a:avLst>
          </a:prstGeom>
        </p:spPr>
        <p:txBody>
          <a:bodyPr/>
          <a:lstStyle/>
          <a:p>
            <a:endParaRPr lang="en-US"/>
          </a:p>
        </p:txBody>
      </p:sp>
      <p:sp>
        <p:nvSpPr>
          <p:cNvPr id="22" name="Text Placeholder 1">
            <a:extLst>
              <a:ext uri="{FF2B5EF4-FFF2-40B4-BE49-F238E27FC236}">
                <a16:creationId xmlns:a16="http://schemas.microsoft.com/office/drawing/2014/main" id="{75660CCE-2531-B031-217C-F7DAEF2426AA}"/>
              </a:ext>
            </a:extLst>
          </p:cNvPr>
          <p:cNvSpPr>
            <a:spLocks noGrp="1"/>
          </p:cNvSpPr>
          <p:nvPr>
            <p:ph type="body" sz="quarter" idx="26" hasCustomPrompt="1"/>
          </p:nvPr>
        </p:nvSpPr>
        <p:spPr>
          <a:xfrm>
            <a:off x="9193028" y="4352389"/>
            <a:ext cx="2576187" cy="389467"/>
          </a:xfrm>
        </p:spPr>
        <p:txBody>
          <a:bodyPr/>
          <a:lstStyle>
            <a:lvl1pPr algn="ctr">
              <a:buNone/>
              <a:defRPr sz="1600"/>
            </a:lvl1pPr>
          </a:lstStyle>
          <a:p>
            <a:r>
              <a:rPr lang="en-US" dirty="0"/>
              <a:t>First, Last Name</a:t>
            </a:r>
          </a:p>
        </p:txBody>
      </p:sp>
      <p:sp>
        <p:nvSpPr>
          <p:cNvPr id="23" name="Text Placeholder 2">
            <a:extLst>
              <a:ext uri="{FF2B5EF4-FFF2-40B4-BE49-F238E27FC236}">
                <a16:creationId xmlns:a16="http://schemas.microsoft.com/office/drawing/2014/main" id="{F92136B9-F2B8-503C-7BEA-2DFC31DD1857}"/>
              </a:ext>
            </a:extLst>
          </p:cNvPr>
          <p:cNvSpPr>
            <a:spLocks noGrp="1"/>
          </p:cNvSpPr>
          <p:nvPr>
            <p:ph type="body" sz="quarter" idx="27" hasCustomPrompt="1"/>
          </p:nvPr>
        </p:nvSpPr>
        <p:spPr>
          <a:xfrm>
            <a:off x="9193028"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24" name="Picture Placeholder 16">
            <a:extLst>
              <a:ext uri="{FF2B5EF4-FFF2-40B4-BE49-F238E27FC236}">
                <a16:creationId xmlns:a16="http://schemas.microsoft.com/office/drawing/2014/main" id="{75354921-F51D-52D0-5759-AD8362782FDE}"/>
              </a:ext>
            </a:extLst>
          </p:cNvPr>
          <p:cNvSpPr>
            <a:spLocks noGrp="1" noChangeAspect="1"/>
          </p:cNvSpPr>
          <p:nvPr>
            <p:ph type="pic" sz="quarter" idx="28"/>
          </p:nvPr>
        </p:nvSpPr>
        <p:spPr>
          <a:xfrm>
            <a:off x="9447849" y="2031771"/>
            <a:ext cx="2066543" cy="2012657"/>
          </a:xfrm>
          <a:prstGeom prst="roundRect">
            <a:avLst>
              <a:gd name="adj" fmla="val 5474"/>
            </a:avLst>
          </a:prstGeom>
        </p:spPr>
        <p:txBody>
          <a:bodyPr/>
          <a:lstStyle/>
          <a:p>
            <a:endParaRPr lang="en-US"/>
          </a:p>
        </p:txBody>
      </p:sp>
    </p:spTree>
    <p:extLst>
      <p:ext uri="{BB962C8B-B14F-4D97-AF65-F5344CB8AC3E}">
        <p14:creationId xmlns:p14="http://schemas.microsoft.com/office/powerpoint/2010/main" val="3808955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522757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p:spPr>
        <p:txBody>
          <a:bodyPr tIns="914400"/>
          <a:lstStyle>
            <a:lvl1pPr marL="0" indent="0" algn="ctr">
              <a:buNone/>
              <a:defRPr/>
            </a:lvl1pPr>
          </a:lstStyle>
          <a:p>
            <a:r>
              <a:rPr lang="en-US" dirty="0"/>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90743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0" y="1555750"/>
            <a:ext cx="11544300" cy="4519613"/>
          </a:xfrm>
        </p:spPr>
        <p:txBody>
          <a:bodyPr tIns="914400"/>
          <a:lstStyle>
            <a:lvl1pPr marL="0" indent="0" algn="ctr">
              <a:buNone/>
              <a:defRPr/>
            </a:lvl1pPr>
          </a:lstStyle>
          <a:p>
            <a:r>
              <a:rPr lang="en-US" dirty="0"/>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82821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5" y="952500"/>
            <a:ext cx="4887913" cy="4968875"/>
          </a:xfrm>
        </p:spPr>
        <p:txBody>
          <a:bodyPr tIns="914400"/>
          <a:lstStyle>
            <a:lvl1pPr marL="0" indent="0" algn="ctr">
              <a:buNone/>
              <a:defRPr/>
            </a:lvl1pPr>
          </a:lstStyle>
          <a:p>
            <a:r>
              <a:rPr lang="en-US" dirty="0"/>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3279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plunk - 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635305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hoto Statement 1, Title, Subtitle">
    <p:bg>
      <p:bgPr>
        <a:gradFill>
          <a:gsLst>
            <a:gs pos="16000">
              <a:schemeClr val="bg1"/>
            </a:gs>
            <a:gs pos="43000">
              <a:srgbClr val="F7F9FC"/>
            </a:gs>
            <a:gs pos="74000">
              <a:schemeClr val="bg2"/>
            </a:gs>
            <a:gs pos="100000">
              <a:schemeClr val="accent5"/>
            </a:gs>
          </a:gsLst>
          <a:lin ang="4800000" scaled="0"/>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noFill/>
        </p:spPr>
        <p:txBody>
          <a:bodyPr tIns="274320"/>
          <a:lstStyle>
            <a:lvl1pPr marL="0" indent="0" algn="ctr">
              <a:buNone/>
              <a:defRPr/>
            </a:lvl1pPr>
          </a:lstStyle>
          <a:p>
            <a:r>
              <a:rPr lang="en-US" dirty="0"/>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3" y="2492374"/>
            <a:ext cx="7634287" cy="311152"/>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50403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1_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US" dirty="0"/>
              <a:t>Click to edit Master title style</a:t>
            </a:r>
          </a:p>
        </p:txBody>
      </p:sp>
    </p:spTree>
    <p:extLst>
      <p:ext uri="{BB962C8B-B14F-4D97-AF65-F5344CB8AC3E}">
        <p14:creationId xmlns:p14="http://schemas.microsoft.com/office/powerpoint/2010/main" val="1493906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FD9834A-45D9-99BF-C75A-0668191F9F21}"/>
              </a:ext>
            </a:extLst>
          </p:cNvPr>
          <p:cNvSpPr>
            <a:spLocks noGrp="1"/>
          </p:cNvSpPr>
          <p:nvPr>
            <p:ph type="body" sz="quarter" idx="10" hasCustomPrompt="1"/>
          </p:nvPr>
        </p:nvSpPr>
        <p:spPr>
          <a:xfrm>
            <a:off x="376238" y="1856300"/>
            <a:ext cx="7037285" cy="1572700"/>
          </a:xfrm>
        </p:spPr>
        <p:txBody>
          <a:bodyPr anchor="b"/>
          <a:lstStyle>
            <a:lvl1pPr marL="0" indent="0" algn="l">
              <a:buNone/>
              <a:defRPr sz="4400">
                <a:latin typeface="+mj-lt"/>
              </a:defRPr>
            </a:lvl1pPr>
          </a:lstStyle>
          <a:p>
            <a:pPr lvl="0"/>
            <a:r>
              <a:rPr lang="en-US" dirty="0"/>
              <a:t>Click to edit Master title layout</a:t>
            </a:r>
          </a:p>
        </p:txBody>
      </p:sp>
      <p:sp>
        <p:nvSpPr>
          <p:cNvPr id="8" name="Text Placeholder 6">
            <a:extLst>
              <a:ext uri="{FF2B5EF4-FFF2-40B4-BE49-F238E27FC236}">
                <a16:creationId xmlns:a16="http://schemas.microsoft.com/office/drawing/2014/main" id="{8178EDCA-C55C-A5BE-BC3E-7BB45DBD4B2C}"/>
              </a:ext>
            </a:extLst>
          </p:cNvPr>
          <p:cNvSpPr>
            <a:spLocks noGrp="1"/>
          </p:cNvSpPr>
          <p:nvPr>
            <p:ph type="body" sz="quarter" idx="11" hasCustomPrompt="1"/>
          </p:nvPr>
        </p:nvSpPr>
        <p:spPr>
          <a:xfrm>
            <a:off x="376238" y="3913701"/>
            <a:ext cx="7037285" cy="365125"/>
          </a:xfrm>
        </p:spPr>
        <p:txBody>
          <a:bodyPr/>
          <a:lstStyle>
            <a:lvl1pPr marL="0" indent="0">
              <a:buNone/>
              <a:defRPr sz="20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subtitle</a:t>
            </a:r>
          </a:p>
        </p:txBody>
      </p:sp>
      <p:sp>
        <p:nvSpPr>
          <p:cNvPr id="9" name="Text Placeholder 6">
            <a:extLst>
              <a:ext uri="{FF2B5EF4-FFF2-40B4-BE49-F238E27FC236}">
                <a16:creationId xmlns:a16="http://schemas.microsoft.com/office/drawing/2014/main" id="{E870C557-009B-B8AA-6073-183379799CA0}"/>
              </a:ext>
            </a:extLst>
          </p:cNvPr>
          <p:cNvSpPr>
            <a:spLocks noGrp="1"/>
          </p:cNvSpPr>
          <p:nvPr>
            <p:ph type="body" sz="quarter" idx="12" hasCustomPrompt="1"/>
          </p:nvPr>
        </p:nvSpPr>
        <p:spPr>
          <a:xfrm>
            <a:off x="376238" y="4499508"/>
            <a:ext cx="7037285" cy="365125"/>
          </a:xfrm>
        </p:spPr>
        <p:txBody>
          <a:bodyPr/>
          <a:lstStyle>
            <a:lvl1pPr marL="0" indent="0">
              <a:buNone/>
              <a:defRPr sz="16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name placeholder</a:t>
            </a:r>
          </a:p>
        </p:txBody>
      </p:sp>
      <p:pic>
        <p:nvPicPr>
          <p:cNvPr id="11" name="Graphic 10">
            <a:extLst>
              <a:ext uri="{FF2B5EF4-FFF2-40B4-BE49-F238E27FC236}">
                <a16:creationId xmlns:a16="http://schemas.microsoft.com/office/drawing/2014/main" id="{5811B96E-B154-6B96-C39C-D6B95E4B06F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154652" y="5667847"/>
            <a:ext cx="2398251" cy="625821"/>
          </a:xfrm>
          <a:prstGeom prst="rect">
            <a:avLst/>
          </a:prstGeom>
        </p:spPr>
      </p:pic>
    </p:spTree>
    <p:extLst>
      <p:ext uri="{BB962C8B-B14F-4D97-AF65-F5344CB8AC3E}">
        <p14:creationId xmlns:p14="http://schemas.microsoft.com/office/powerpoint/2010/main" val="165780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2_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FD9834A-45D9-99BF-C75A-0668191F9F21}"/>
              </a:ext>
            </a:extLst>
          </p:cNvPr>
          <p:cNvSpPr>
            <a:spLocks noGrp="1"/>
          </p:cNvSpPr>
          <p:nvPr>
            <p:ph type="body" sz="quarter" idx="10" hasCustomPrompt="1"/>
          </p:nvPr>
        </p:nvSpPr>
        <p:spPr>
          <a:xfrm>
            <a:off x="376237" y="1856300"/>
            <a:ext cx="7037285" cy="1572700"/>
          </a:xfrm>
        </p:spPr>
        <p:txBody>
          <a:bodyPr anchor="b"/>
          <a:lstStyle>
            <a:lvl1pPr marL="0" indent="0">
              <a:buNone/>
              <a:defRPr sz="4400">
                <a:latin typeface="+mj-lt"/>
              </a:defRPr>
            </a:lvl1pPr>
          </a:lstStyle>
          <a:p>
            <a:pPr lvl="0"/>
            <a:r>
              <a:rPr lang="en-US" dirty="0"/>
              <a:t>Click to edit Master title layout</a:t>
            </a:r>
          </a:p>
        </p:txBody>
      </p:sp>
      <p:sp>
        <p:nvSpPr>
          <p:cNvPr id="8" name="Text Placeholder 6">
            <a:extLst>
              <a:ext uri="{FF2B5EF4-FFF2-40B4-BE49-F238E27FC236}">
                <a16:creationId xmlns:a16="http://schemas.microsoft.com/office/drawing/2014/main" id="{8178EDCA-C55C-A5BE-BC3E-7BB45DBD4B2C}"/>
              </a:ext>
            </a:extLst>
          </p:cNvPr>
          <p:cNvSpPr>
            <a:spLocks noGrp="1"/>
          </p:cNvSpPr>
          <p:nvPr>
            <p:ph type="body" sz="quarter" idx="11" hasCustomPrompt="1"/>
          </p:nvPr>
        </p:nvSpPr>
        <p:spPr>
          <a:xfrm>
            <a:off x="376238" y="3913701"/>
            <a:ext cx="7037285" cy="365125"/>
          </a:xfrm>
        </p:spPr>
        <p:txBody>
          <a:bodyPr/>
          <a:lstStyle>
            <a:lvl1pPr marL="0" indent="0">
              <a:buNone/>
              <a:defRPr sz="20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subtitle</a:t>
            </a:r>
          </a:p>
        </p:txBody>
      </p:sp>
      <p:sp>
        <p:nvSpPr>
          <p:cNvPr id="9" name="Text Placeholder 6">
            <a:extLst>
              <a:ext uri="{FF2B5EF4-FFF2-40B4-BE49-F238E27FC236}">
                <a16:creationId xmlns:a16="http://schemas.microsoft.com/office/drawing/2014/main" id="{E870C557-009B-B8AA-6073-183379799CA0}"/>
              </a:ext>
            </a:extLst>
          </p:cNvPr>
          <p:cNvSpPr>
            <a:spLocks noGrp="1"/>
          </p:cNvSpPr>
          <p:nvPr>
            <p:ph type="body" sz="quarter" idx="12" hasCustomPrompt="1"/>
          </p:nvPr>
        </p:nvSpPr>
        <p:spPr>
          <a:xfrm>
            <a:off x="376238" y="4499508"/>
            <a:ext cx="7037285" cy="365125"/>
          </a:xfrm>
        </p:spPr>
        <p:txBody>
          <a:bodyPr/>
          <a:lstStyle>
            <a:lvl1pPr marL="0" indent="0">
              <a:buNone/>
              <a:defRPr sz="16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name placeholder</a:t>
            </a:r>
          </a:p>
        </p:txBody>
      </p:sp>
      <p:pic>
        <p:nvPicPr>
          <p:cNvPr id="2" name="Graphic 1">
            <a:extLst>
              <a:ext uri="{FF2B5EF4-FFF2-40B4-BE49-F238E27FC236}">
                <a16:creationId xmlns:a16="http://schemas.microsoft.com/office/drawing/2014/main" id="{9CFD3E2B-DFD8-49A8-F841-03A38F7730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292303" y="496079"/>
            <a:ext cx="2398251" cy="625821"/>
          </a:xfrm>
          <a:prstGeom prst="rect">
            <a:avLst/>
          </a:prstGeom>
        </p:spPr>
      </p:pic>
    </p:spTree>
    <p:extLst>
      <p:ext uri="{BB962C8B-B14F-4D97-AF65-F5344CB8AC3E}">
        <p14:creationId xmlns:p14="http://schemas.microsoft.com/office/powerpoint/2010/main" val="724030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Splunk - Forward-looking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772939F-C842-E535-8394-ABB53441106C}"/>
              </a:ext>
            </a:extLst>
          </p:cNvPr>
          <p:cNvSpPr txBox="1">
            <a:spLocks/>
          </p:cNvSpPr>
          <p:nvPr/>
        </p:nvSpPr>
        <p:spPr>
          <a:xfrm>
            <a:off x="4011389" y="913947"/>
            <a:ext cx="7366904"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This presentation may contain forward-looking statements regarding future events, plans or the expected financial performance of our company, including our expectations regarding our products, technology, strategy, customers, markets, acquisitions and investments. These statements reflect management’s current expectations, estimates and assumptions based on the information currently available to us. These forward-looking statements are not guarantees of future performance and involve significant risks, uncertainties and other factors that may cause our actual results, performance or achievements to be materially different from results, performance or achievements expressed or implied by the forward-looking statements contained in this presentation. For additional information about factors that could cause actual results to differ materially from those described in the forward-looking statements made in this presentation, please refer to Cisco’s periodic reports its other filings with the SEC, including the risk factors identified in Cisco’s most recent quarterly report on Form 10-Q and annual report on Form 10-K, copies of which may be obtained by visiting the Cisco Investor Relations website at </a:t>
            </a:r>
            <a:r>
              <a:rPr lang="en-US" sz="950" b="0" i="0" dirty="0" err="1">
                <a:solidFill>
                  <a:schemeClr val="bg1"/>
                </a:solidFill>
                <a:latin typeface="+mn-lt"/>
                <a:ea typeface="Lexend Medium"/>
                <a:cs typeface="Splunk Data Sans Pro" panose="020B0504030202020204" pitchFamily="34" charset="0"/>
                <a:sym typeface="Lexend"/>
              </a:rPr>
              <a:t>investor.cisco.com</a:t>
            </a:r>
            <a:r>
              <a:rPr lang="en-US" sz="950" b="0" i="0" dirty="0">
                <a:solidFill>
                  <a:schemeClr val="bg1"/>
                </a:solidFill>
                <a:latin typeface="+mn-lt"/>
                <a:ea typeface="Lexend Medium"/>
                <a:cs typeface="Splunk Data Sans Pro" panose="020B0504030202020204" pitchFamily="34" charset="0"/>
                <a:sym typeface="Lexend"/>
              </a:rPr>
              <a:t> or the SEC's website at </a:t>
            </a:r>
            <a:r>
              <a:rPr lang="en-US" sz="950" b="0" i="0" dirty="0" err="1">
                <a:solidFill>
                  <a:schemeClr val="bg1"/>
                </a:solidFill>
                <a:latin typeface="+mn-lt"/>
                <a:ea typeface="Lexend Medium"/>
                <a:cs typeface="Splunk Data Sans Pro" panose="020B0504030202020204" pitchFamily="34" charset="0"/>
                <a:sym typeface="Lexend"/>
              </a:rPr>
              <a:t>www.sec.gov</a:t>
            </a:r>
            <a:r>
              <a:rPr lang="en-US" sz="950" b="0" i="0" dirty="0">
                <a:solidFill>
                  <a:schemeClr val="bg1"/>
                </a:solidFill>
                <a:latin typeface="+mn-lt"/>
                <a:ea typeface="Lexend Medium"/>
                <a:cs typeface="Splunk Data Sans Pro" panose="020B0504030202020204" pitchFamily="34" charset="0"/>
                <a:sym typeface="Lexend"/>
              </a:rPr>
              <a:t>. Any projections in this presentation are based on information currently available to Cisco, which is subject to change. The forward-looking statements made in this presentation are made as of the time and date of this presentation. If reviewed after the initial presentation, even if made available by us, on our website or otherwise, it may not contain current or accurate information. We disclaim any obligation to update or revise any forward-looking statement based on new information, future events or otherwise, except as required by applicable law. </a:t>
            </a:r>
          </a:p>
          <a:p>
            <a:pPr marL="0" lvl="0" indent="0" algn="l" rtl="0">
              <a:lnSpc>
                <a:spcPct val="125000"/>
              </a:lnSpc>
              <a:spcBef>
                <a:spcPts val="0"/>
              </a:spcBef>
              <a:spcAft>
                <a:spcPts val="0"/>
              </a:spcAft>
              <a:buNone/>
            </a:pPr>
            <a:endParaRPr lang="en-US" sz="950" b="0" i="0" dirty="0">
              <a:solidFill>
                <a:schemeClr val="bg1"/>
              </a:solidFill>
              <a:latin typeface="+mn-lt"/>
              <a:ea typeface="Lexend Medium"/>
              <a:cs typeface="Splunk Data Sans Pro" panose="020B0504030202020204" pitchFamily="34" charset="0"/>
              <a:sym typeface="Lexend"/>
            </a:endParaRPr>
          </a:p>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In addition, any information about our roadmap outlines or our general product direction is subject to change at any time without notice. It is for informational purposes only and shall not be incorporated into any contract or other commitment. We undertake no obligation either to develop the features or functionalities described, in alpha or beta or in preview (used interchangeably), or to include any such feature or functionality in a future release.</a:t>
            </a:r>
          </a:p>
        </p:txBody>
      </p:sp>
      <p:sp>
        <p:nvSpPr>
          <p:cNvPr id="4" name="Title 2">
            <a:extLst>
              <a:ext uri="{FF2B5EF4-FFF2-40B4-BE49-F238E27FC236}">
                <a16:creationId xmlns:a16="http://schemas.microsoft.com/office/drawing/2014/main" id="{7FD21534-54B2-2F1D-3FA0-79707BD45740}"/>
              </a:ext>
            </a:extLst>
          </p:cNvPr>
          <p:cNvSpPr txBox="1">
            <a:spLocks/>
          </p:cNvSpPr>
          <p:nvPr/>
        </p:nvSpPr>
        <p:spPr>
          <a:xfrm>
            <a:off x="4011388" y="5039632"/>
            <a:ext cx="7268934" cy="904421"/>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Copyright © 2026 Cisco and/or its affiliates. All rights reserved. Cisco, Splunk and the Cisco and Splunk logos are trademarks or registered trademarks of Cisco and/or its affiliates in the U.S. and other countries. To view a list of Cisco trademarks, go to: </a:t>
            </a:r>
            <a:r>
              <a:rPr lang="en-US" sz="950" b="0" i="0" dirty="0" err="1">
                <a:solidFill>
                  <a:schemeClr val="bg1"/>
                </a:solidFill>
                <a:latin typeface="+mn-lt"/>
                <a:ea typeface="Lexend Medium"/>
                <a:cs typeface="Splunk Data Sans Pro" panose="020B0504030202020204" pitchFamily="34" charset="0"/>
                <a:sym typeface="Lexend"/>
              </a:rPr>
              <a:t>www.cisco.com</a:t>
            </a:r>
            <a:r>
              <a:rPr lang="en-US" sz="950" b="0" i="0" dirty="0">
                <a:solidFill>
                  <a:schemeClr val="bg1"/>
                </a:solidFill>
                <a:latin typeface="+mn-lt"/>
                <a:ea typeface="Lexend Medium"/>
                <a:cs typeface="Splunk Data Sans Pro" panose="020B0504030202020204" pitchFamily="34" charset="0"/>
                <a:sym typeface="Lexend"/>
              </a:rPr>
              <a:t>/go/trademarks. Third-party trademarks mentioned in this presentation are the property of their respective owners. The use of the word partner does not imply a partnership relationship between Cisco and any other company. </a:t>
            </a:r>
          </a:p>
        </p:txBody>
      </p:sp>
      <p:cxnSp>
        <p:nvCxnSpPr>
          <p:cNvPr id="6" name="Straight Connector 5">
            <a:extLst>
              <a:ext uri="{FF2B5EF4-FFF2-40B4-BE49-F238E27FC236}">
                <a16:creationId xmlns:a16="http://schemas.microsoft.com/office/drawing/2014/main" id="{D03CF48A-0C04-BABA-C5A3-386DA61B8533}"/>
              </a:ext>
            </a:extLst>
          </p:cNvPr>
          <p:cNvCxnSpPr/>
          <p:nvPr/>
        </p:nvCxnSpPr>
        <p:spPr>
          <a:xfrm>
            <a:off x="4011388" y="4789715"/>
            <a:ext cx="736690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itle 2">
            <a:extLst>
              <a:ext uri="{FF2B5EF4-FFF2-40B4-BE49-F238E27FC236}">
                <a16:creationId xmlns:a16="http://schemas.microsoft.com/office/drawing/2014/main" id="{C9C2C4A0-6EA4-C056-AB73-9CE6BB1B9567}"/>
              </a:ext>
            </a:extLst>
          </p:cNvPr>
          <p:cNvSpPr txBox="1">
            <a:spLocks/>
          </p:cNvSpPr>
          <p:nvPr/>
        </p:nvSpPr>
        <p:spPr>
          <a:xfrm>
            <a:off x="824593" y="913947"/>
            <a:ext cx="2865665"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3600" dirty="0"/>
              <a:t>Forward-looking statements</a:t>
            </a:r>
          </a:p>
        </p:txBody>
      </p:sp>
      <p:sp>
        <p:nvSpPr>
          <p:cNvPr id="3" name="Title 2">
            <a:extLst>
              <a:ext uri="{FF2B5EF4-FFF2-40B4-BE49-F238E27FC236}">
                <a16:creationId xmlns:a16="http://schemas.microsoft.com/office/drawing/2014/main" id="{91312EFF-00AB-5D86-967D-6FE3BDC8788D}"/>
              </a:ext>
            </a:extLst>
          </p:cNvPr>
          <p:cNvSpPr txBox="1">
            <a:spLocks/>
          </p:cNvSpPr>
          <p:nvPr/>
        </p:nvSpPr>
        <p:spPr>
          <a:xfrm>
            <a:off x="4011389" y="913947"/>
            <a:ext cx="7366904"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This presentation may contain forward-looking statements regarding future events, plans or the expected financial performance of our company, including our expectations regarding our products, technology, strategy, customers, markets, acquisitions and investments. These statements reflect management’s current expectations, estimates and assumptions based on the information currently available to us. These forward-looking statements are not guarantees of future performance and involve significant risks, uncertainties and other factors that may cause our actual results, performance or achievements to be materially different from results, performance or achievements expressed or implied by the forward-looking statements contained in this presentation. For additional information about factors that could cause actual results to differ materially from those described in the forward-looking statements made in this presentation, please refer to Cisco’s periodic reports its other filings with the SEC, including the risk factors identified in Cisco’s most recent quarterly report on Form 10-Q and annual report on Form 10-K, copies of which may be obtained by visiting the Cisco Investor Relations website at </a:t>
            </a:r>
            <a:r>
              <a:rPr lang="en-US" sz="950" b="0" i="0" dirty="0" err="1">
                <a:solidFill>
                  <a:schemeClr val="tx1"/>
                </a:solidFill>
                <a:latin typeface="+mn-lt"/>
                <a:ea typeface="Lexend Medium"/>
                <a:cs typeface="Splunk Data Sans Pro" panose="020B0504030202020204" pitchFamily="34" charset="0"/>
                <a:sym typeface="Lexend"/>
              </a:rPr>
              <a:t>investor.cisco.com</a:t>
            </a:r>
            <a:r>
              <a:rPr lang="en-US" sz="950" b="0" i="0" dirty="0">
                <a:solidFill>
                  <a:schemeClr val="tx1"/>
                </a:solidFill>
                <a:latin typeface="+mn-lt"/>
                <a:ea typeface="Lexend Medium"/>
                <a:cs typeface="Splunk Data Sans Pro" panose="020B0504030202020204" pitchFamily="34" charset="0"/>
                <a:sym typeface="Lexend"/>
              </a:rPr>
              <a:t> or the SEC's website at </a:t>
            </a:r>
            <a:r>
              <a:rPr lang="en-US" sz="950" b="0" i="0" dirty="0" err="1">
                <a:solidFill>
                  <a:schemeClr val="tx1"/>
                </a:solidFill>
                <a:latin typeface="+mn-lt"/>
                <a:ea typeface="Lexend Medium"/>
                <a:cs typeface="Splunk Data Sans Pro" panose="020B0504030202020204" pitchFamily="34" charset="0"/>
                <a:sym typeface="Lexend"/>
              </a:rPr>
              <a:t>www.sec.gov</a:t>
            </a:r>
            <a:r>
              <a:rPr lang="en-US" sz="950" b="0" i="0" dirty="0">
                <a:solidFill>
                  <a:schemeClr val="tx1"/>
                </a:solidFill>
                <a:latin typeface="+mn-lt"/>
                <a:ea typeface="Lexend Medium"/>
                <a:cs typeface="Splunk Data Sans Pro" panose="020B0504030202020204" pitchFamily="34" charset="0"/>
                <a:sym typeface="Lexend"/>
              </a:rPr>
              <a:t>. Any projections in this presentation are based on information currently available to Cisco, which is subject to change. The forward-looking statements made in this presentation are made as of the time and date of this presentation. If reviewed after the initial presentation, even if made available by us, on our website or otherwise, it may not contain current or accurate information. We disclaim any obligation to update or revise any forward-looking statement based on new information, future events or otherwise, except as required by applicable law. </a:t>
            </a:r>
          </a:p>
          <a:p>
            <a:pPr marL="0" lvl="0" indent="0" algn="l" rtl="0">
              <a:lnSpc>
                <a:spcPct val="125000"/>
              </a:lnSpc>
              <a:spcBef>
                <a:spcPts val="0"/>
              </a:spcBef>
              <a:spcAft>
                <a:spcPts val="0"/>
              </a:spcAft>
              <a:buNone/>
            </a:pPr>
            <a:endParaRPr lang="en-US" sz="950" b="0" i="0" dirty="0">
              <a:solidFill>
                <a:schemeClr val="tx1"/>
              </a:solidFill>
              <a:latin typeface="+mn-lt"/>
              <a:ea typeface="Lexend Medium"/>
              <a:cs typeface="Splunk Data Sans Pro" panose="020B0504030202020204" pitchFamily="34" charset="0"/>
              <a:sym typeface="Lexend"/>
            </a:endParaRPr>
          </a:p>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In addition, any information about our roadmap outlines or our general product direction is subject to change at any time without notice. It is for informational purposes only and shall not be incorporated into any contract or other commitment. We undertake no obligation either to develop the features or functionalities described, in alpha or beta or in preview (used interchangeably), or to include any such feature or functionality in a future release.</a:t>
            </a:r>
          </a:p>
        </p:txBody>
      </p:sp>
      <p:sp>
        <p:nvSpPr>
          <p:cNvPr id="5" name="Title 2">
            <a:extLst>
              <a:ext uri="{FF2B5EF4-FFF2-40B4-BE49-F238E27FC236}">
                <a16:creationId xmlns:a16="http://schemas.microsoft.com/office/drawing/2014/main" id="{77BA592D-3F28-4C15-D675-DEF4D15C81F9}"/>
              </a:ext>
            </a:extLst>
          </p:cNvPr>
          <p:cNvSpPr txBox="1">
            <a:spLocks/>
          </p:cNvSpPr>
          <p:nvPr/>
        </p:nvSpPr>
        <p:spPr>
          <a:xfrm>
            <a:off x="4011388" y="5039632"/>
            <a:ext cx="7268934" cy="904421"/>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Copyright © 2026 Cisco and/or its affiliates. All rights reserved. Cisco, Splunk and the Cisco and Splunk logos are trademarks or registered trademarks of Cisco and/or its affiliates in the U.S. and other countries. To view a list of Cisco trademarks, go to: </a:t>
            </a:r>
            <a:r>
              <a:rPr lang="en-US" sz="950" b="0" i="0" dirty="0" err="1">
                <a:solidFill>
                  <a:schemeClr val="tx1"/>
                </a:solidFill>
                <a:latin typeface="+mn-lt"/>
                <a:ea typeface="Lexend Medium"/>
                <a:cs typeface="Splunk Data Sans Pro" panose="020B0504030202020204" pitchFamily="34" charset="0"/>
                <a:sym typeface="Lexend"/>
              </a:rPr>
              <a:t>www.cisco.com</a:t>
            </a:r>
            <a:r>
              <a:rPr lang="en-US" sz="950" b="0" i="0" dirty="0">
                <a:solidFill>
                  <a:schemeClr val="tx1"/>
                </a:solidFill>
                <a:latin typeface="+mn-lt"/>
                <a:ea typeface="Lexend Medium"/>
                <a:cs typeface="Splunk Data Sans Pro" panose="020B0504030202020204" pitchFamily="34" charset="0"/>
                <a:sym typeface="Lexend"/>
              </a:rPr>
              <a:t>/go/trademarks. Third-party trademarks mentioned in this presentation are the property of their respective owners. The use of the word partner does not imply a partnership relationship between Cisco and any other company. </a:t>
            </a:r>
          </a:p>
        </p:txBody>
      </p:sp>
      <p:cxnSp>
        <p:nvCxnSpPr>
          <p:cNvPr id="8" name="Straight Connector 7">
            <a:extLst>
              <a:ext uri="{FF2B5EF4-FFF2-40B4-BE49-F238E27FC236}">
                <a16:creationId xmlns:a16="http://schemas.microsoft.com/office/drawing/2014/main" id="{5530F874-A0A4-534D-9FBA-6DDB5F557A11}"/>
              </a:ext>
            </a:extLst>
          </p:cNvPr>
          <p:cNvCxnSpPr/>
          <p:nvPr/>
        </p:nvCxnSpPr>
        <p:spPr>
          <a:xfrm>
            <a:off x="4011388" y="4789715"/>
            <a:ext cx="736690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itle 2">
            <a:extLst>
              <a:ext uri="{FF2B5EF4-FFF2-40B4-BE49-F238E27FC236}">
                <a16:creationId xmlns:a16="http://schemas.microsoft.com/office/drawing/2014/main" id="{4D196EAB-B4FE-EE33-5659-7B2FCC12DBF1}"/>
              </a:ext>
            </a:extLst>
          </p:cNvPr>
          <p:cNvSpPr txBox="1">
            <a:spLocks/>
          </p:cNvSpPr>
          <p:nvPr/>
        </p:nvSpPr>
        <p:spPr>
          <a:xfrm>
            <a:off x="824593" y="913947"/>
            <a:ext cx="2865665"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3600" dirty="0">
                <a:solidFill>
                  <a:schemeClr val="tx1"/>
                </a:solidFill>
              </a:rPr>
              <a:t>Forward-looking statements</a:t>
            </a:r>
          </a:p>
        </p:txBody>
      </p:sp>
    </p:spTree>
    <p:extLst>
      <p:ext uri="{BB962C8B-B14F-4D97-AF65-F5344CB8AC3E}">
        <p14:creationId xmlns:p14="http://schemas.microsoft.com/office/powerpoint/2010/main" val="1314733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Segue 3">
    <p:bg>
      <p:bgPr>
        <a:gradFill>
          <a:gsLst>
            <a:gs pos="2000">
              <a:schemeClr val="bg1"/>
            </a:gs>
            <a:gs pos="53000">
              <a:schemeClr val="bg2"/>
            </a:gs>
            <a:gs pos="92000">
              <a:schemeClr val="accent5"/>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p:spPr>
        <p:txBody>
          <a:bodyPr anchor="ctr" anchorCtr="0"/>
          <a:lstStyle>
            <a:lvl1pPr>
              <a:defRPr sz="40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486676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Splunk - 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1C73918-5F6C-0484-B359-F1B06B60E085}"/>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pic>
        <p:nvPicPr>
          <p:cNvPr id="2" name="Graphic 1">
            <a:extLst>
              <a:ext uri="{FF2B5EF4-FFF2-40B4-BE49-F238E27FC236}">
                <a16:creationId xmlns:a16="http://schemas.microsoft.com/office/drawing/2014/main" id="{1579CB4D-1855-5881-6D9C-C7FDCF09B65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25542" y="2749346"/>
            <a:ext cx="1817915" cy="1233978"/>
          </a:xfrm>
          <a:prstGeom prst="rect">
            <a:avLst/>
          </a:prstGeom>
        </p:spPr>
      </p:pic>
    </p:spTree>
    <p:extLst>
      <p:ext uri="{BB962C8B-B14F-4D97-AF65-F5344CB8AC3E}">
        <p14:creationId xmlns:p14="http://schemas.microsoft.com/office/powerpoint/2010/main" val="3107426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sv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2.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6000">
              <a:schemeClr val="bg1"/>
            </a:gs>
            <a:gs pos="43000">
              <a:srgbClr val="F7F9FC"/>
            </a:gs>
            <a:gs pos="74000">
              <a:schemeClr val="bg2"/>
            </a:gs>
            <a:gs pos="100000">
              <a:schemeClr val="accent5"/>
            </a:gs>
          </a:gsLst>
          <a:lin ang="4800000" scaled="0"/>
          <a:tileRect/>
        </a:gra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a:extLst>
              <a:ext uri="{FF2B5EF4-FFF2-40B4-BE49-F238E27FC236}">
                <a16:creationId xmlns:a16="http://schemas.microsoft.com/office/drawing/2014/main" id="{239B4362-70A2-3ADC-C4AA-ADA6E4E09C9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Inter" panose="02000503000000020004" pitchFamily="2" charset="0"/>
                <a:cs typeface="CiscoSansTT Light" panose="020B0503020201020303" pitchFamily="34" charset="0"/>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tx1"/>
                </a:solidFill>
                <a:effectLst/>
                <a:uLnTx/>
                <a:uFillTx/>
                <a:latin typeface="+mn-lt"/>
                <a:ea typeface="Inter" panose="02000503000000020004" pitchFamily="2" charset="0"/>
                <a:cs typeface="CiscoSansTT Light" panose="020B0503020201020303" pitchFamily="34" charset="0"/>
              </a:defRPr>
            </a:lvl1p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tx1"/>
                </a:solidFill>
                <a:effectLst/>
                <a:uLnTx/>
                <a:uFillTx/>
                <a:latin typeface="+mn-lt"/>
                <a:ea typeface="Inter" panose="02000503000000020004" pitchFamily="2" charset="0"/>
                <a:cs typeface="CiscoSansTT Light" panose="020B0503020201020303" pitchFamily="34" charset="0"/>
              </a:defRPr>
            </a:lvl1pPr>
          </a:lstStyle>
          <a:p>
            <a:fld id="{C3C42FAE-7A31-41D3-A712-51D9B15D0B10}" type="slidenum">
              <a:rPr lang="en-US" smtClean="0"/>
              <a:pPr/>
              <a:t>‹#›</a:t>
            </a:fld>
            <a:endParaRPr lang="en-US" dirty="0"/>
          </a:p>
        </p:txBody>
      </p:sp>
      <p:pic>
        <p:nvPicPr>
          <p:cNvPr id="4" name="Picture 7" descr="Cisco Logo">
            <a:extLst>
              <a:ext uri="{FF2B5EF4-FFF2-40B4-BE49-F238E27FC236}">
                <a16:creationId xmlns:a16="http://schemas.microsoft.com/office/drawing/2014/main" id="{E912C7E4-465D-A60D-49E8-6866FAAE655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8"/>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042650" y="6672580"/>
            <a:ext cx="825499" cy="107722"/>
          </a:xfrm>
          <a:prstGeom prst="rect">
            <a:avLst/>
          </a:prstGeom>
        </p:spPr>
        <p:txBody>
          <a:bodyPr horzOverflow="overflow" wrap="square" lIns="0" tIns="0" rIns="0" bIns="0">
            <a:spAutoFit/>
          </a:bodyPr>
          <a:lstStyle/>
          <a:p>
            <a:pPr algn="r"/>
            <a:r>
              <a:rPr lang="en-US" sz="700" dirty="0">
                <a:solidFill>
                  <a:schemeClr val="tx1">
                    <a:alpha val="20000"/>
                  </a:schemeClr>
                </a:solidFill>
                <a:latin typeface="+mn-lt"/>
                <a:ea typeface="Inter" panose="02000503000000020004" pitchFamily="2" charset="0"/>
                <a:cs typeface="Calibri" panose="020F0502020204030204" pitchFamily="34" charset="0"/>
              </a:rPr>
              <a:t>Cisco Confidential</a:t>
            </a:r>
          </a:p>
        </p:txBody>
      </p:sp>
      <p:sp>
        <p:nvSpPr>
          <p:cNvPr id="9" name="Rectangle 8">
            <a:extLst>
              <a:ext uri="{FF2B5EF4-FFF2-40B4-BE49-F238E27FC236}">
                <a16:creationId xmlns:a16="http://schemas.microsoft.com/office/drawing/2014/main" id="{F3DAE625-C2E8-261C-59FF-41190A6259CA}"/>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tx1"/>
                </a:solidFill>
                <a:effectLst/>
                <a:uLnTx/>
                <a:uFillTx/>
                <a:latin typeface="+mn-lt"/>
                <a:ea typeface="Inter" panose="02000503000000020004" pitchFamily="2" charset="0"/>
                <a:cs typeface="CiscoSansTT Light" panose="020B0503020201020303" pitchFamily="34" charset="0"/>
              </a:rPr>
              <a:t>© 2026 Cisco and/or its affiliates. All rights reserved.</a:t>
            </a:r>
          </a:p>
        </p:txBody>
      </p:sp>
      <p:pic>
        <p:nvPicPr>
          <p:cNvPr id="10" name="Picture 7" descr="Cisco Logo">
            <a:extLst>
              <a:ext uri="{FF2B5EF4-FFF2-40B4-BE49-F238E27FC236}">
                <a16:creationId xmlns:a16="http://schemas.microsoft.com/office/drawing/2014/main" id="{50CC99B8-DEFD-9398-DD2F-50657870539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9"/>
              </a:ext>
            </a:extLst>
          </a:blip>
          <a:srcRect/>
          <a:stretch/>
        </p:blipFill>
        <p:spPr>
          <a:xfrm>
            <a:off x="11520088" y="6354445"/>
            <a:ext cx="348061" cy="182880"/>
          </a:xfrm>
          <a:prstGeom prst="rect">
            <a:avLst/>
          </a:prstGeom>
        </p:spPr>
      </p:pic>
      <p:sp>
        <p:nvSpPr>
          <p:cNvPr id="14" name="Google Shape;10;p1">
            <a:extLst>
              <a:ext uri="{FF2B5EF4-FFF2-40B4-BE49-F238E27FC236}">
                <a16:creationId xmlns:a16="http://schemas.microsoft.com/office/drawing/2014/main" id="{C242CD9D-3392-1B82-AD5E-93C9C87E0F8A}"/>
              </a:ext>
            </a:extLst>
          </p:cNvPr>
          <p:cNvSpPr txBox="1"/>
          <p:nvPr userDrawn="1"/>
        </p:nvSpPr>
        <p:spPr>
          <a:xfrm>
            <a:off x="8835" y="-259955"/>
            <a:ext cx="8087600" cy="30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US" sz="900" b="0" i="0" u="none" strike="noStrike" cap="none" dirty="0">
                <a:solidFill>
                  <a:schemeClr val="bg1">
                    <a:lumMod val="75000"/>
                  </a:schemeClr>
                </a:solidFill>
                <a:latin typeface="Splunk Data Sans Pro" panose="020B0504030202020204" pitchFamily="34" charset="0"/>
                <a:ea typeface="Lexend Medium"/>
                <a:cs typeface="Splunk Data Sans Pro" panose="020B0504030202020204" pitchFamily="34" charset="0"/>
                <a:sym typeface="Lexend"/>
              </a:rPr>
              <a:t>Splunk Template  |  TMPLT .conf26-Breakout-Light</a:t>
            </a:r>
            <a:endParaRPr sz="1050" b="0" i="0" u="none" strike="noStrike" cap="none" dirty="0">
              <a:solidFill>
                <a:schemeClr val="bg1">
                  <a:lumMod val="75000"/>
                </a:schemeClr>
              </a:solidFill>
              <a:latin typeface="Splunk Data Sans Pro" panose="020B0504030202020204" pitchFamily="34" charset="0"/>
              <a:ea typeface="Lexend Medium"/>
              <a:cs typeface="Splunk Data Sans Pro" panose="020B0504030202020204" pitchFamily="34" charset="0"/>
              <a:sym typeface="Lexend"/>
            </a:endParaRPr>
          </a:p>
        </p:txBody>
      </p:sp>
    </p:spTree>
    <p:extLst>
      <p:ext uri="{BB962C8B-B14F-4D97-AF65-F5344CB8AC3E}">
        <p14:creationId xmlns:p14="http://schemas.microsoft.com/office/powerpoint/2010/main" val="669712979"/>
      </p:ext>
    </p:extLst>
  </p:cSld>
  <p:clrMap bg1="dk1" tx1="lt1" bg2="dk2" tx2="lt2" accent1="accent1" accent2="accent2" accent3="accent3" accent4="accent4" accent5="accent5" accent6="accent6" hlink="hlink" folHlink="folHlink"/>
  <p:sldLayoutIdLst>
    <p:sldLayoutId id="2147484039" r:id="rId1"/>
    <p:sldLayoutId id="2147484040" r:id="rId2"/>
    <p:sldLayoutId id="2147484043" r:id="rId3"/>
    <p:sldLayoutId id="2147484105" r:id="rId4"/>
    <p:sldLayoutId id="2147484109" r:id="rId5"/>
    <p:sldLayoutId id="2147484046" r:id="rId6"/>
    <p:sldLayoutId id="2147484047" r:id="rId7"/>
    <p:sldLayoutId id="2147484048" r:id="rId8"/>
    <p:sldLayoutId id="2147484049" r:id="rId9"/>
    <p:sldLayoutId id="2147484050" r:id="rId10"/>
    <p:sldLayoutId id="2147484051" r:id="rId11"/>
    <p:sldLayoutId id="2147484052" r:id="rId12"/>
    <p:sldLayoutId id="2147484053" r:id="rId13"/>
    <p:sldLayoutId id="2147484054" r:id="rId14"/>
    <p:sldLayoutId id="2147484055" r:id="rId15"/>
    <p:sldLayoutId id="2147484056" r:id="rId16"/>
    <p:sldLayoutId id="2147484057" r:id="rId17"/>
    <p:sldLayoutId id="2147484112" r:id="rId18"/>
    <p:sldLayoutId id="2147484058" r:id="rId19"/>
    <p:sldLayoutId id="2147484059" r:id="rId20"/>
    <p:sldLayoutId id="2147484060" r:id="rId21"/>
    <p:sldLayoutId id="2147484061" r:id="rId22"/>
    <p:sldLayoutId id="2147484062" r:id="rId23"/>
    <p:sldLayoutId id="2147484063" r:id="rId24"/>
    <p:sldLayoutId id="2147484064" r:id="rId25"/>
    <p:sldLayoutId id="2147484065" r:id="rId26"/>
    <p:sldLayoutId id="2147484066" r:id="rId27"/>
    <p:sldLayoutId id="2147484067" r:id="rId28"/>
    <p:sldLayoutId id="2147484068" r:id="rId29"/>
    <p:sldLayoutId id="2147484069" r:id="rId30"/>
    <p:sldLayoutId id="2147484070" r:id="rId31"/>
    <p:sldLayoutId id="2147484071" r:id="rId32"/>
    <p:sldLayoutId id="2147484072" r:id="rId33"/>
    <p:sldLayoutId id="2147484073" r:id="rId34"/>
    <p:sldLayoutId id="2147484074" r:id="rId35"/>
    <p:sldLayoutId id="2147484075" r:id="rId36"/>
    <p:sldLayoutId id="2147484078" r:id="rId37"/>
    <p:sldLayoutId id="2147484079" r:id="rId38"/>
    <p:sldLayoutId id="2147484080" r:id="rId39"/>
    <p:sldLayoutId id="2147484081" r:id="rId40"/>
    <p:sldLayoutId id="2147484086" r:id="rId41"/>
    <p:sldLayoutId id="2147484106" r:id="rId42"/>
    <p:sldLayoutId id="2147484107" r:id="rId43"/>
    <p:sldLayoutId id="2147484108" r:id="rId44"/>
    <p:sldLayoutId id="2147484089" r:id="rId45"/>
    <p:sldLayoutId id="2147484090" r:id="rId46"/>
    <p:sldLayoutId id="2147484091" r:id="rId47"/>
    <p:sldLayoutId id="2147484092" r:id="rId48"/>
    <p:sldLayoutId id="2147484093" r:id="rId49"/>
    <p:sldLayoutId id="2147484096" r:id="rId50"/>
    <p:sldLayoutId id="2147484110" r:id="rId51"/>
    <p:sldLayoutId id="2147484097" r:id="rId52"/>
    <p:sldLayoutId id="2147484111" r:id="rId53"/>
    <p:sldLayoutId id="2147484100" r:id="rId54"/>
    <p:sldLayoutId id="2147484101" r:id="rId55"/>
    <p:sldLayoutId id="2147484103"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tx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2000" kern="1200" dirty="0">
          <a:solidFill>
            <a:schemeClr val="tx1"/>
          </a:solidFill>
          <a:latin typeface="+mn-lt"/>
          <a:ea typeface="Inter" panose="02000503000000020004" pitchFamily="2" charset="0"/>
          <a:cs typeface="CiscoSans"/>
        </a:defRPr>
      </a:lvl1pPr>
      <a:lvl2pPr marL="36576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800" kern="1200" dirty="0">
          <a:solidFill>
            <a:schemeClr val="tx1"/>
          </a:solidFill>
          <a:latin typeface="+mn-lt"/>
          <a:ea typeface="Inter" panose="02000503000000020004" pitchFamily="2" charset="0"/>
          <a:cs typeface="CiscoSans"/>
        </a:defRPr>
      </a:lvl2pPr>
      <a:lvl3pPr marL="54864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600" kern="1200" dirty="0">
          <a:solidFill>
            <a:schemeClr val="tx1"/>
          </a:solidFill>
          <a:latin typeface="+mn-lt"/>
          <a:ea typeface="Inter" panose="02000503000000020004" pitchFamily="2" charset="0"/>
          <a:cs typeface="CiscoSans"/>
        </a:defRPr>
      </a:lvl3pPr>
      <a:lvl4pPr marL="73152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400" kern="1200" dirty="0">
          <a:solidFill>
            <a:schemeClr val="tx1"/>
          </a:solidFill>
          <a:latin typeface="+mn-lt"/>
          <a:ea typeface="Inter" panose="02000503000000020004" pitchFamily="2" charset="0"/>
          <a:cs typeface="CiscoSans"/>
        </a:defRPr>
      </a:lvl4pPr>
      <a:lvl5pPr marL="91440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200" kern="1200" dirty="0">
          <a:solidFill>
            <a:schemeClr val="tx1"/>
          </a:solidFill>
          <a:latin typeface="+mn-lt"/>
          <a:ea typeface="Inter" panose="02000503000000020004" pitchFamily="2"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160">
          <p15:clr>
            <a:srgbClr val="F26B43"/>
          </p15:clr>
        </p15:guide>
        <p15:guide id="126" pos="204" userDrawn="1">
          <p15:clr>
            <a:srgbClr val="F26B43"/>
          </p15:clr>
        </p15:guide>
        <p15:guide id="127" pos="7476" userDrawn="1">
          <p15:clr>
            <a:srgbClr val="F26B43"/>
          </p15:clr>
        </p15:guide>
        <p15:guide id="128" pos="3840" userDrawn="1">
          <p15:clr>
            <a:srgbClr val="F26B43"/>
          </p15:clr>
        </p15:guide>
        <p15:guide id="129" orient="horz" pos="3827" userDrawn="1">
          <p15:clr>
            <a:srgbClr val="9FCC3B"/>
          </p15:clr>
        </p15:guide>
        <p15:guide id="130" orient="horz" pos="202" userDrawn="1">
          <p15:clr>
            <a:srgbClr val="F26B43"/>
          </p15:clr>
        </p15:guide>
        <p15:guide id="131" orient="horz" pos="392" userDrawn="1">
          <p15:clr>
            <a:srgbClr val="A4A3A4"/>
          </p15:clr>
        </p15:guide>
        <p15:guide id="132" orient="horz" pos="2552" userDrawn="1">
          <p15:clr>
            <a:srgbClr val="A4A3A4"/>
          </p15:clr>
        </p15:guide>
        <p15:guide id="133" orient="horz" pos="600" userDrawn="1">
          <p15:clr>
            <a:srgbClr val="A4A3A4"/>
          </p15:clr>
        </p15:guide>
        <p15:guide id="134" orient="horz" pos="1766" userDrawn="1">
          <p15:clr>
            <a:srgbClr val="A4A3A4"/>
          </p15:clr>
        </p15:guide>
        <p15:guide id="135" orient="horz" pos="2355" userDrawn="1">
          <p15:clr>
            <a:srgbClr val="A4A3A4"/>
          </p15:clr>
        </p15:guide>
        <p15:guide id="136" orient="horz" pos="4118" userDrawn="1">
          <p15:clr>
            <a:srgbClr val="F26B43"/>
          </p15:clr>
        </p15:guide>
        <p15:guide id="137" orient="horz" pos="1178" userDrawn="1">
          <p15:clr>
            <a:srgbClr val="A4A3A4"/>
          </p15:clr>
        </p15:guide>
        <p15:guide id="138" orient="horz" pos="1374" userDrawn="1">
          <p15:clr>
            <a:srgbClr val="A4A3A4"/>
          </p15:clr>
        </p15:guide>
        <p15:guide id="139" orient="horz" pos="1570" userDrawn="1">
          <p15:clr>
            <a:srgbClr val="A4A3A4"/>
          </p15:clr>
        </p15:guide>
        <p15:guide id="140" pos="703" userDrawn="1">
          <p15:clr>
            <a:srgbClr val="A4A3A4"/>
          </p15:clr>
        </p15:guide>
        <p15:guide id="141" pos="820" userDrawn="1">
          <p15:clr>
            <a:srgbClr val="A4A3A4"/>
          </p15:clr>
        </p15:guide>
        <p15:guide id="142" pos="1321" userDrawn="1">
          <p15:clr>
            <a:srgbClr val="A4A3A4"/>
          </p15:clr>
        </p15:guide>
        <p15:guide id="143" pos="1435" userDrawn="1">
          <p15:clr>
            <a:srgbClr val="A4A3A4"/>
          </p15:clr>
        </p15:guide>
        <p15:guide id="144" pos="1936" userDrawn="1">
          <p15:clr>
            <a:srgbClr val="A4A3A4"/>
          </p15:clr>
        </p15:guide>
        <p15:guide id="145" pos="2051" userDrawn="1">
          <p15:clr>
            <a:srgbClr val="A4A3A4"/>
          </p15:clr>
        </p15:guide>
        <p15:guide id="146" pos="2551" userDrawn="1">
          <p15:clr>
            <a:srgbClr val="A4A3A4"/>
          </p15:clr>
        </p15:guide>
        <p15:guide id="147" pos="2665" userDrawn="1">
          <p15:clr>
            <a:srgbClr val="A4A3A4"/>
          </p15:clr>
        </p15:guide>
        <p15:guide id="148" pos="3167" userDrawn="1">
          <p15:clr>
            <a:srgbClr val="A4A3A4"/>
          </p15:clr>
        </p15:guide>
        <p15:guide id="149" pos="3281" userDrawn="1">
          <p15:clr>
            <a:srgbClr val="A4A3A4"/>
          </p15:clr>
        </p15:guide>
        <p15:guide id="150" pos="3783" userDrawn="1">
          <p15:clr>
            <a:srgbClr val="A4A3A4"/>
          </p15:clr>
        </p15:guide>
        <p15:guide id="151" pos="3896" userDrawn="1">
          <p15:clr>
            <a:srgbClr val="A4A3A4"/>
          </p15:clr>
        </p15:guide>
        <p15:guide id="152" pos="4397" userDrawn="1">
          <p15:clr>
            <a:srgbClr val="A4A3A4"/>
          </p15:clr>
        </p15:guide>
        <p15:guide id="153" pos="4512" userDrawn="1">
          <p15:clr>
            <a:srgbClr val="A4A3A4"/>
          </p15:clr>
        </p15:guide>
        <p15:guide id="154" pos="5013" userDrawn="1">
          <p15:clr>
            <a:srgbClr val="A4A3A4"/>
          </p15:clr>
        </p15:guide>
        <p15:guide id="155" pos="5128" userDrawn="1">
          <p15:clr>
            <a:srgbClr val="A4A3A4"/>
          </p15:clr>
        </p15:guide>
        <p15:guide id="156" pos="5629" userDrawn="1">
          <p15:clr>
            <a:srgbClr val="A4A3A4"/>
          </p15:clr>
        </p15:guide>
        <p15:guide id="157" pos="5742" userDrawn="1">
          <p15:clr>
            <a:srgbClr val="A4A3A4"/>
          </p15:clr>
        </p15:guide>
        <p15:guide id="158" pos="6244" userDrawn="1">
          <p15:clr>
            <a:srgbClr val="A4A3A4"/>
          </p15:clr>
        </p15:guide>
        <p15:guide id="159" pos="6359" userDrawn="1">
          <p15:clr>
            <a:srgbClr val="A4A3A4"/>
          </p15:clr>
        </p15:guide>
        <p15:guide id="160" pos="6859" userDrawn="1">
          <p15:clr>
            <a:srgbClr val="A4A3A4"/>
          </p15:clr>
        </p15:guide>
        <p15:guide id="161" pos="6975" userDrawn="1">
          <p15:clr>
            <a:srgbClr val="A4A3A4"/>
          </p15:clr>
        </p15:guide>
        <p15:guide id="162" orient="horz" pos="784" userDrawn="1">
          <p15:clr>
            <a:srgbClr val="A4A3A4"/>
          </p15:clr>
        </p15:guide>
        <p15:guide id="163" orient="horz" pos="980" userDrawn="1">
          <p15:clr>
            <a:srgbClr val="A4A3A4"/>
          </p15:clr>
        </p15:guide>
        <p15:guide id="164" orient="horz" pos="1962" userDrawn="1">
          <p15:clr>
            <a:srgbClr val="A4A3A4"/>
          </p15:clr>
        </p15:guide>
        <p15:guide id="165" orient="horz" pos="2747" userDrawn="1">
          <p15:clr>
            <a:srgbClr val="A4A3A4"/>
          </p15:clr>
        </p15:guide>
        <p15:guide id="166" orient="horz" pos="2945" userDrawn="1">
          <p15:clr>
            <a:srgbClr val="A4A3A4"/>
          </p15:clr>
        </p15:guide>
        <p15:guide id="167" orient="horz" pos="3141" userDrawn="1">
          <p15:clr>
            <a:srgbClr val="A4A3A4"/>
          </p15:clr>
        </p15:guide>
        <p15:guide id="168" orient="horz" pos="3337" userDrawn="1">
          <p15:clr>
            <a:srgbClr val="A4A3A4"/>
          </p15:clr>
        </p15:guide>
        <p15:guide id="169" orient="horz" pos="3535" userDrawn="1">
          <p15:clr>
            <a:srgbClr val="A4A3A4"/>
          </p15:clr>
        </p15:guide>
        <p15:guide id="170" orient="horz" pos="3730" userDrawn="1">
          <p15:clr>
            <a:srgbClr val="A4A3A4"/>
          </p15:clr>
        </p15:guide>
        <p15:guide id="171" orient="horz" pos="3936" userDrawn="1">
          <p15:clr>
            <a:srgbClr val="A4A3A4"/>
          </p15:clr>
        </p15:guide>
        <p15:guide id="172" orient="horz" pos="187" userDrawn="1">
          <p15:clr>
            <a:srgbClr val="9FCC3B"/>
          </p15:clr>
        </p15:guide>
        <p15:guide id="173" pos="455" userDrawn="1">
          <p15:clr>
            <a:srgbClr val="9FCC3B"/>
          </p15:clr>
        </p15:guide>
        <p15:guide id="174" pos="1069" userDrawn="1">
          <p15:clr>
            <a:srgbClr val="9FCC3B"/>
          </p15:clr>
        </p15:guide>
        <p15:guide id="175" pos="1685" userDrawn="1">
          <p15:clr>
            <a:srgbClr val="9FCC3B"/>
          </p15:clr>
        </p15:guide>
        <p15:guide id="176" pos="2301" userDrawn="1">
          <p15:clr>
            <a:srgbClr val="9FCC3B"/>
          </p15:clr>
        </p15:guide>
        <p15:guide id="177" pos="2915" userDrawn="1">
          <p15:clr>
            <a:srgbClr val="9FCC3B"/>
          </p15:clr>
        </p15:guide>
        <p15:guide id="178" pos="3531" userDrawn="1">
          <p15:clr>
            <a:srgbClr val="9FCC3B"/>
          </p15:clr>
        </p15:guide>
        <p15:guide id="179" pos="4146" userDrawn="1">
          <p15:clr>
            <a:srgbClr val="9FCC3B"/>
          </p15:clr>
        </p15:guide>
        <p15:guide id="180" pos="4762" userDrawn="1">
          <p15:clr>
            <a:srgbClr val="9FCC3B"/>
          </p15:clr>
        </p15:guide>
        <p15:guide id="181" pos="5378" userDrawn="1">
          <p15:clr>
            <a:srgbClr val="9FCC3B"/>
          </p15:clr>
        </p15:guide>
        <p15:guide id="182" pos="5992" userDrawn="1">
          <p15:clr>
            <a:srgbClr val="9FCC3B"/>
          </p15:clr>
        </p15:guide>
        <p15:guide id="183" pos="6609" userDrawn="1">
          <p15:clr>
            <a:srgbClr val="9FCC3B"/>
          </p15:clr>
        </p15:guide>
        <p15:guide id="184" pos="7225" userDrawn="1">
          <p15:clr>
            <a:srgbClr val="9FCC3B"/>
          </p15:clr>
        </p15:guide>
      </p15:sldGuideLst>
    </p:ext>
  </p:extLst>
</p:sldMaster>
</file>

<file path=ppt/slides/_rels/slide47.xml.rels><?xml version='1.0' encoding='UTF-8'?>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image" Target="../media/image_agentic_loop.png"/><Relationship Id="rId3" Type="http://schemas.openxmlformats.org/officeDocument/2006/relationships/notesSlide" Target="../notesSlides/notesSlide47.xml"/></Relationships>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Agentic Detection Loop Diagram"/>
          <p:cNvPicPr>
            <a:picLocks noGrp="1"/>
          </p:cNvPicPr>
          <p:nvPr>
            <p:ph type="pic" sz="quarter" idx="12"/>
          </p:nvPr>
        </p:nvPicPr>
        <p:blipFill>
          <a:blip r:embed="rId2"/>
          <a:stretch>
            <a:fillRect/>
          </a:stretch>
        </p:blipFill>
        <p:spPr>
          <a:xfrm>
            <a:off x="0" y="0"/>
            <a:ext cx="12192000" cy="6858000"/>
          </a:xfrm>
          <a:prstGeom prst="rect">
            <a:avLst/>
          </a:prstGeom>
        </p:spPr>
      </p:pic>
      <p:sp>
        <p:nvSpPr>
          <p:cNvPr id="3" name="Title 2"/>
          <p:cNvSpPr>
            <a:spLocks noGrp="1"/>
          </p:cNvSpPr>
          <p:nvPr>
            <p:ph type="title"/>
          </p:nvPr>
        </p:nvSpPr>
        <p:spPr>
          <a:xfrm>
            <a:off x="1697038" y="952500"/>
            <a:ext cx="8794750" cy="917575"/>
          </a:xfrm>
        </p:spPr>
        <p:txBody>
          <a:bodyPr/>
          <a:lstStyle/>
          <a:p>
            <a:r>
              <a:rPr lang="en-US" dirty="0"/>
              <a:t>The Agentic Detection Loop</a:t>
            </a:r>
            <a:endParaRPr lang="en-US" dirty="0"/>
          </a:p>
        </p:txBody>
      </p:sp>
      <p:sp>
        <p:nvSpPr>
          <p:cNvPr id="4" name="Footer Placeholder 3"/>
          <p:cNvSpPr>
            <a:spLocks noGrp="1"/>
          </p:cNvSpPr>
          <p:nvPr>
            <p:ph type="ftr" sz="quarter" idx="13"/>
          </p:nvPr>
        </p:nvSpPr>
        <p:spPr>
          <a:xfrm>
            <a:off x="4230688" y="6445885"/>
            <a:ext cx="3727450" cy="411480"/>
          </a:xfrm>
          <a:prstGeom prst="rect">
            <a:avLst/>
          </a:prstGeom>
        </p:spPr>
        <p:txBody>
          <a:bodyPr/>
          <a:lstStyle/>
          <a:p>
            <a:pPr defTabSz="814318">
              <a:defRPr/>
            </a:pPr>
            <a:r>
              <a:rPr lang="en-US" dirty="0"/>
              <a:t>Session ID: SEC1215</a:t>
            </a:r>
            <a:endParaRPr lang="en-US" dirty="0"/>
          </a:p>
        </p:txBody>
      </p:sp>
      <p:sp>
        <p:nvSpPr>
          <p:cNvPr id="5" name="Slide Number Placeholder 4"/>
          <p:cNvSpPr>
            <a:spLocks noGrp="1"/>
          </p:cNvSpPr>
          <p:nvPr>
            <p:ph type="sldNum" sz="quarter" idx="14"/>
          </p:nvPr>
        </p:nvSpPr>
        <p:spPr>
          <a:xfrm>
            <a:off x="9115425" y="6448929"/>
            <a:ext cx="1773238" cy="411480"/>
          </a:xfrm>
          <a:prstGeom prst="rect">
            <a:avLst/>
          </a:prstGeom>
        </p:spPr>
        <p:txBody>
          <a:bodyPr/>
          <a:lstStyle/>
          <a:p>
            <a:fld id="{C3C42FAE-7A31-41D3-A712-51D9B15D0B10}" type="slidenum">
              <a:rPr lang="en-US" smtClean="0"/>
              <a:pPr/>
              <a:t>1</a:t>
            </a:fld>
            <a:endParaRPr lang="en-US" dirty="0"/>
          </a:p>
        </p:txBody>
      </p:sp>
    </p:spTree>
  </p:cSld>
  <p:clrMapOvr>
    <a:masterClrMapping/>
  </p:clrMapOvr>
</p:sld>
</file>

<file path=ppt/theme/theme1.xml><?xml version="1.0" encoding="utf-8"?>
<a:theme xmlns:a="http://schemas.openxmlformats.org/drawingml/2006/main" name="Splunk Template_Light">
  <a:themeElements>
    <a:clrScheme name="Splunk Template _Light">
      <a:dk1>
        <a:srgbClr val="FFFFFF"/>
      </a:dk1>
      <a:lt1>
        <a:srgbClr val="000000"/>
      </a:lt1>
      <a:dk2>
        <a:srgbClr val="F1F4FA"/>
      </a:dk2>
      <a:lt2>
        <a:srgbClr val="04060A"/>
      </a:lt2>
      <a:accent1>
        <a:srgbClr val="02C8FF"/>
      </a:accent1>
      <a:accent2>
        <a:srgbClr val="0A60FF"/>
      </a:accent2>
      <a:accent3>
        <a:srgbClr val="FF007F"/>
      </a:accent3>
      <a:accent4>
        <a:srgbClr val="FF9000"/>
      </a:accent4>
      <a:accent5>
        <a:srgbClr val="E9EDF4"/>
      </a:accent5>
      <a:accent6>
        <a:srgbClr val="04060A"/>
      </a:accent6>
      <a:hlink>
        <a:srgbClr val="095FFF"/>
      </a:hlink>
      <a:folHlink>
        <a:srgbClr val="BBC1C9"/>
      </a:folHlink>
    </a:clrScheme>
    <a:fontScheme name="Splunk_Inter_04-14-2026">
      <a:majorFont>
        <a:latin typeface="Inter SemiBold"/>
        <a:ea typeface=""/>
        <a:cs typeface=""/>
      </a:majorFont>
      <a:minorFont>
        <a:latin typeface="Int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28000">
              <a:schemeClr val="accent4"/>
            </a:gs>
            <a:gs pos="93000">
              <a:schemeClr val="accent3"/>
            </a:gs>
          </a:gsLst>
          <a:lin ang="10800000" scaled="1"/>
          <a:tileRect/>
        </a:gradFill>
        <a:ln w="15875">
          <a:solidFill>
            <a:schemeClr val="bg2"/>
          </a:solidFill>
        </a:ln>
        <a:effectLst/>
      </a:spPr>
      <a:bodyPr wrap="square" lIns="182880" tIns="182880" rIns="182880" bIns="182880" rtlCol="0" anchor="t" anchorCtr="0">
        <a:noAutofit/>
      </a:bodyPr>
      <a:lstStyle>
        <a:defPPr marL="182880" indent="-182880" algn="l">
          <a:buFont typeface="Arial" panose="020B0604020202020204" pitchFamily="34" charset="0"/>
          <a:buChar char="•"/>
          <a:defRPr sz="1600"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Splunk Template_Light" id="{46CDD400-E442-A74E-868A-988FF23B7A4C}" vid="{59343FA9-C6E6-6F42-A94B-0D946AB735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Relationships xmlns="http://schemas.openxmlformats.org/package/2006/relationships"><Relationship Id="rId1" Type="http://schemas.openxmlformats.org/officeDocument/2006/relationships/customXmlProps" Target="itemProps1.xml"/></Relationships>
</file>

<file path=customXml/_rels/item2.xml.rels><?xml version='1.0' encoding='UTF-8'?>
<Relationships xmlns="http://schemas.openxmlformats.org/package/2006/relationships"><Relationship Id="rId1" Type="http://schemas.openxmlformats.org/officeDocument/2006/relationships/customXmlProps" Target="itemProps2.xml"/></Relationships>
</file>

<file path=customXml/_rels/item3.xml.rels><?xml version='1.0' encoding='UTF-8'?>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023c571-ab7f-4e41-8d03-2262f05dcfa9" xsi:nil="true"/>
    <lcf76f155ced4ddcb4097134ff3c332f xmlns="436e6cc3-73db-45b7-95c7-6e848b5dcab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FC90483F6D65343AB8A3F0A3FE1718C" ma:contentTypeVersion="11" ma:contentTypeDescription="Create a new document." ma:contentTypeScope="" ma:versionID="ba2fe747e3ddf38885f0a6275a022522">
  <xsd:schema xmlns:xsd="http://www.w3.org/2001/XMLSchema" xmlns:xs="http://www.w3.org/2001/XMLSchema" xmlns:p="http://schemas.microsoft.com/office/2006/metadata/properties" xmlns:ns2="436e6cc3-73db-45b7-95c7-6e848b5dcabc" xmlns:ns3="3023c571-ab7f-4e41-8d03-2262f05dcfa9" targetNamespace="http://schemas.microsoft.com/office/2006/metadata/properties" ma:root="true" ma:fieldsID="97a6c8595afaa3df55ca0d3f559b3b67" ns2:_="" ns3:_="">
    <xsd:import namespace="436e6cc3-73db-45b7-95c7-6e848b5dcabc"/>
    <xsd:import namespace="3023c571-ab7f-4e41-8d03-2262f05dcfa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6e6cc3-73db-45b7-95c7-6e848b5dca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023c571-ab7f-4e41-8d03-2262f05dcfa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aab1e4d-98fa-4c8f-8981-90ca02cff468}" ma:internalName="TaxCatchAll" ma:showField="CatchAllData" ma:web="3023c571-ab7f-4e41-8d03-2262f05dcf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4BF782-4FFE-4FA9-B058-D73184FB1945}">
  <ds:schemaRefs>
    <ds:schemaRef ds:uri="http://purl.org/dc/elements/1.1/"/>
    <ds:schemaRef ds:uri="http://purl.org/dc/terms/"/>
    <ds:schemaRef ds:uri="http://schemas.microsoft.com/office/2006/documentManagement/types"/>
    <ds:schemaRef ds:uri="http://www.w3.org/XML/1998/namespace"/>
    <ds:schemaRef ds:uri="3023c571-ab7f-4e41-8d03-2262f05dcfa9"/>
    <ds:schemaRef ds:uri="http://schemas.microsoft.com/office/infopath/2007/PartnerControls"/>
    <ds:schemaRef ds:uri="http://schemas.openxmlformats.org/package/2006/metadata/core-properties"/>
    <ds:schemaRef ds:uri="436e6cc3-73db-45b7-95c7-6e848b5dcabc"/>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1D0B9CF5-D5D6-4BCA-8BB3-2F2D5F46048E}">
  <ds:schemaRefs>
    <ds:schemaRef ds:uri="http://schemas.microsoft.com/sharepoint/v3/contenttype/forms"/>
  </ds:schemaRefs>
</ds:datastoreItem>
</file>

<file path=customXml/itemProps3.xml><?xml version="1.0" encoding="utf-8"?>
<ds:datastoreItem xmlns:ds="http://schemas.openxmlformats.org/officeDocument/2006/customXml" ds:itemID="{99BCD870-3D38-4491-B0DA-B0825E42F2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6e6cc3-73db-45b7-95c7-6e848b5dcabc"/>
    <ds:schemaRef ds:uri="3023c571-ab7f-4e41-8d03-2262f05dcf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8f49a32-fde3-48a5-9266-b5b0972a22dc}" enabled="1" method="Privileged" siteId="{5ae1af62-9505-4097-a69a-c1553ef7840e}" removed="0"/>
</clbl:labelList>
</file>

<file path=docProps/app.xml><?xml version="1.0" encoding="utf-8"?>
<Properties xmlns="http://schemas.openxmlformats.org/officeDocument/2006/extended-properties" xmlns:vt="http://schemas.openxmlformats.org/officeDocument/2006/docPropsVTypes">
  <Template/>
  <TotalTime>11322</TotalTime>
  <Words>3459</Words>
  <Application>Microsoft Macintosh PowerPoint</Application>
  <PresentationFormat>Widescreen</PresentationFormat>
  <Paragraphs>464</Paragraphs>
  <Slides>46</Slides>
  <Notes>11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46</vt:i4>
      </vt:variant>
    </vt:vector>
  </HeadingPairs>
  <TitlesOfParts>
    <vt:vector size="60" baseType="lpstr">
      <vt:lpstr>Wingdings</vt:lpstr>
      <vt:lpstr>Inter Light</vt:lpstr>
      <vt:lpstr>CiscoSansTT</vt:lpstr>
      <vt:lpstr>Inter</vt:lpstr>
      <vt:lpstr>Lexend Black</vt:lpstr>
      <vt:lpstr>Arial</vt:lpstr>
      <vt:lpstr>Source Code Pro</vt:lpstr>
      <vt:lpstr>MS PGothic</vt:lpstr>
      <vt:lpstr>Splunk Data Sans Pro</vt:lpstr>
      <vt:lpstr>Inter SemiBold</vt:lpstr>
      <vt:lpstr>CiscoSansTT Light</vt:lpstr>
      <vt:lpstr>Aptos</vt:lpstr>
      <vt:lpstr>Lexend Medium</vt:lpstr>
      <vt:lpstr>Splunk Template_Light</vt:lpstr>
      <vt:lpstr>.conf26 Breakout Template</vt:lpstr>
      <vt:lpstr>Layouts</vt:lpstr>
      <vt:lpstr>.conf26 Do’s</vt:lpstr>
      <vt:lpstr>.conf26 Don’ts</vt:lpstr>
      <vt:lpstr>New typeface</vt:lpstr>
      <vt:lpstr>Colors and elements</vt:lpstr>
      <vt:lpstr>Icons</vt:lpstr>
      <vt:lpstr>Photography</vt:lpstr>
      <vt:lpstr>Photography</vt:lpstr>
      <vt:lpstr>AI Photo Creation</vt:lpstr>
      <vt:lpstr>AI Prompting</vt:lpstr>
      <vt:lpstr>Title Layout  option 1</vt:lpstr>
      <vt:lpstr>Title Layout option 2</vt:lpstr>
      <vt:lpstr>Title Layout option 3</vt:lpstr>
      <vt:lpstr>PowerPoint Presentation</vt:lpstr>
      <vt:lpstr>PowerPoint Presentation</vt:lpstr>
      <vt:lpstr>PowerPoint Presentation</vt:lpstr>
      <vt:lpstr>Session Title</vt:lpstr>
      <vt:lpstr>Session Title</vt:lpstr>
      <vt:lpstr>Session Title</vt:lpstr>
      <vt:lpstr>Statement slide, lorem ipsum dolor sit amet consectetuer adipiscing elit sed diam</vt:lpstr>
      <vt:lpstr>Quote slide 1, Lorem ipsum dolor sit amet consectetuer adipiscing elit sed diam nonummy nibh euismod tincidunt ut laoreet dolore</vt:lpstr>
      <vt:lpstr>Quote slide 2, Lorem ipsum dolor sit amet consectetuer adipiscing elit sed diam nonummy nibh euismod tincidunt ut laoreet dolore</vt:lpstr>
      <vt:lpstr>Half slide title, body copy, gradient graphic</vt:lpstr>
      <vt:lpstr>Three gradient-colored boxes  with icons</vt:lpstr>
      <vt:lpstr>One third slide, section, title layout 1, body copy added </vt:lpstr>
      <vt:lpstr>Third slide, title, photo, added body copy, lorum ipsum dolor</vt:lpstr>
      <vt:lpstr>Full-bleed  photo slide placeholder</vt:lpstr>
      <vt:lpstr>Desktop mockup</vt:lpstr>
      <vt:lpstr>Slide title only, enlarged default body copy added</vt:lpstr>
      <vt:lpstr>One column</vt:lpstr>
      <vt:lpstr>Two column </vt:lpstr>
      <vt:lpstr>Slide title, subtitle, three column</vt:lpstr>
      <vt:lpstr>Three column, icons</vt:lpstr>
      <vt:lpstr>Four column, icons</vt:lpstr>
      <vt:lpstr>Three column, boxes</vt:lpstr>
      <vt:lpstr>Four column, boxes</vt:lpstr>
      <vt:lpstr>Half slide title, layout 1</vt:lpstr>
      <vt:lpstr>Section, title layout 1 </vt:lpstr>
      <vt:lpstr>Half slide, section, title, layout 1, default headers and body copy added</vt:lpstr>
      <vt:lpstr>Half slide title, table</vt:lpstr>
      <vt:lpstr>Quarterly planner</vt:lpstr>
      <vt:lpstr>Slide title only</vt:lpstr>
      <vt:lpstr>PowerPoint Presentation</vt:lpstr>
      <vt:lpstr>Thank you</vt:lpstr>
      <vt:lpstr>Everyone is responsible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Eric Miller (ericmil)</dc:creator>
  <cp:keywords/>
  <dc:description/>
  <cp:lastModifiedBy>D Pollard</cp:lastModifiedBy>
  <cp:revision>166</cp:revision>
  <dcterms:created xsi:type="dcterms:W3CDTF">2026-01-01T21:26:30Z</dcterms:created>
  <dcterms:modified xsi:type="dcterms:W3CDTF">2026-07-24T09:27:20Z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2025-05-15T21:49:40Z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219e4d3d-e52c-4661-a7c5-2e875435f34b</vt:lpwstr>
  </property>
  <property fmtid="{D5CDD505-2E9C-101B-9397-08002B2CF9AE}" pid="8" name="MSIP_Label_c8f49a32-fde3-48a5-9266-b5b0972a22dc_ContentBits">
    <vt:lpwstr>2</vt:lpwstr>
  </property>
  <property fmtid="{D5CDD505-2E9C-101B-9397-08002B2CF9AE}" pid="9" name="MSIP_Label_c8f49a32-fde3-48a5-9266-b5b0972a22dc_Tag">
    <vt:lpwstr>10, 3, 0, 1</vt:lpwstr>
  </property>
  <property fmtid="{D5CDD505-2E9C-101B-9397-08002B2CF9AE}" pid="10" name="ClassificationContentMarkingFooterLocations">
    <vt:lpwstr>Cisco Dark 05-12-2025:8</vt:lpwstr>
  </property>
  <property fmtid="{D5CDD505-2E9C-101B-9397-08002B2CF9AE}" pid="11" name="ClassificationContentMarkingFooterText">
    <vt:lpwstr>Cisco Confidential</vt:lpwstr>
  </property>
  <property fmtid="{D5CDD505-2E9C-101B-9397-08002B2CF9AE}" pid="12" name="ContentTypeId">
    <vt:lpwstr>0x0101002FC90483F6D65343AB8A3F0A3FE1718C</vt:lpwstr>
  </property>
</Properties>
</file>