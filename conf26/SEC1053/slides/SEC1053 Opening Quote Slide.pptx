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2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4034" r:id="rId4"/>
  </p:sldMasterIdLst>
  <p:notesMasterIdLst>
    <p:notesMasterId r:id="rId51"/>
  </p:notesMasterIdLst>
  <p:handoutMasterIdLst>
    <p:handoutMasterId r:id="rId52"/>
  </p:handoutMasterIdLst>
  <p:sldIdLst>
    <p:sldId id="2147482689" r:id="rId26"/>
  </p:sldIdLst>
  <p:sldSz cx="12192000" cy="6858000"/>
  <p:notesSz cx="6858000" cy="9144000"/>
  <p:embeddedFontLst>
    <p:embeddedFont>
      <p:font typeface="CiscoSansTT" panose="020B0503020201020303" pitchFamily="34" charset="0"/>
      <p:regular r:id="rId53"/>
      <p:bold r:id="rId54"/>
      <p:italic r:id="rId55"/>
      <p:boldItalic r:id="rId56"/>
    </p:embeddedFont>
    <p:embeddedFont>
      <p:font typeface="CiscoSansTT Light" panose="020B0503020201020303" pitchFamily="34" charset="0"/>
      <p:regular r:id="rId57"/>
      <p:italic r:id="rId58"/>
    </p:embeddedFont>
    <p:embeddedFont>
      <p:font typeface="Inter" panose="02000503000000020004" pitchFamily="2" charset="0"/>
      <p:regular r:id="rId59"/>
      <p:bold r:id="rId60"/>
      <p:italic r:id="rId61"/>
      <p:boldItalic r:id="rId62"/>
    </p:embeddedFont>
    <p:embeddedFont>
      <p:font typeface="Inter Light" panose="02000403000000020004" pitchFamily="2" charset="0"/>
      <p:regular r:id="rId63"/>
      <p:italic r:id="rId64"/>
    </p:embeddedFont>
    <p:embeddedFont>
      <p:font typeface="Inter SemiBold" panose="02000503000000020004" pitchFamily="2" charset="0"/>
      <p:regular r:id="rId65"/>
      <p:bold r:id="rId66"/>
      <p:italic r:id="rId67"/>
      <p:boldItalic r:id="rId68"/>
    </p:embeddedFont>
    <p:embeddedFont>
      <p:font typeface="Lexend Black" pitchFamily="2" charset="77"/>
      <p:bold r:id="rId69"/>
    </p:embeddedFont>
    <p:embeddedFont>
      <p:font typeface="Lexend Medium" pitchFamily="2" charset="77"/>
      <p:regular r:id="rId70"/>
    </p:embeddedFont>
    <p:embeddedFont>
      <p:font typeface="MS PGothic" panose="020B0600070205080204" pitchFamily="34" charset="-128"/>
      <p:regular r:id="rId71"/>
    </p:embeddedFont>
    <p:embeddedFont>
      <p:font typeface="Source Code Pro" panose="020B0509030403020204" pitchFamily="49" charset="0"/>
      <p:regular r:id="rId72"/>
      <p:bold r:id="rId73"/>
      <p:italic r:id="rId74"/>
      <p:boldItalic r:id="rId75"/>
    </p:embeddedFont>
    <p:embeddedFont>
      <p:font typeface="Splunk Data Sans Pro" panose="020B0504030202020204" pitchFamily="34" charset="0"/>
      <p:regular r:id="rId76"/>
      <p:bold r:id="rId77"/>
      <p:italic r:id="rId78"/>
      <p:boldItalic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F26B43"/>
          </p15:clr>
        </p15:guide>
        <p15:guide id="3" orient="horz" pos="2160" userDrawn="1">
          <p15:clr>
            <a:srgbClr val="F26B43"/>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9AA2E3D1-FE07-41BA-0E3E-41F857C6F48F}" name="Kortney Melchiorre (kmelchio)" initials="KM(" userId="S::kmelchio@cisco.com::b8741b67-5639-4640-877b-9e127070f56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BFDFE"/>
    <a:srgbClr val="000B3F"/>
    <a:srgbClr val="04070B"/>
    <a:srgbClr val="0B1118"/>
    <a:srgbClr val="009DE2"/>
    <a:srgbClr val="EB4651"/>
    <a:srgbClr val="45991F"/>
    <a:srgbClr val="B4B9C0"/>
    <a:srgbClr val="525E6C"/>
    <a:srgbClr val="6B6B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23" autoAdjust="0"/>
    <p:restoredTop sz="96327" autoAdjust="0"/>
  </p:normalViewPr>
  <p:slideViewPr>
    <p:cSldViewPr snapToGrid="0" showGuides="1">
      <p:cViewPr varScale="1">
        <p:scale>
          <a:sx n="172" d="100"/>
          <a:sy n="172" d="100"/>
        </p:scale>
        <p:origin x="216" y="480"/>
      </p:cViewPr>
      <p:guideLst>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7428"/>
    </p:cViewPr>
  </p:sorterViewPr>
  <p:notesViewPr>
    <p:cSldViewPr snapToGrid="0">
      <p:cViewPr varScale="1">
        <p:scale>
          <a:sx n="139" d="100"/>
          <a:sy n="139" d="100"/>
        </p:scale>
        <p:origin x="3472" y="176"/>
      </p:cViewPr>
      <p:guideLst/>
    </p:cSldViewPr>
  </p:notesViewPr>
  <p:gridSpacing cx="76200" cy="76200"/>
</p:viewPr>
</file>

<file path=ppt/_rels/presentation.xml.rels><?xml version='1.0' encoding='UTF-8'?>
<Relationships xmlns="http://schemas.openxmlformats.org/package/2006/relationships"><Relationship Id="rId26" Type="http://schemas.openxmlformats.org/officeDocument/2006/relationships/slide" Target="slides/slide22.xml"/><Relationship Id="rId63" Type="http://schemas.openxmlformats.org/officeDocument/2006/relationships/font" Target="fonts/font11.fntdata"/><Relationship Id="rId68" Type="http://schemas.openxmlformats.org/officeDocument/2006/relationships/font" Target="fonts/font16.fntdata"/><Relationship Id="rId84" Type="http://schemas.microsoft.com/office/2016/11/relationships/changesInfo" Target="changesInfos/changesInfo1.xml"/><Relationship Id="rId53" Type="http://schemas.openxmlformats.org/officeDocument/2006/relationships/font" Target="fonts/font1.fntdata"/><Relationship Id="rId58" Type="http://schemas.openxmlformats.org/officeDocument/2006/relationships/font" Target="fonts/font6.fntdata"/><Relationship Id="rId74" Type="http://schemas.openxmlformats.org/officeDocument/2006/relationships/font" Target="fonts/font22.fntdata"/><Relationship Id="rId79" Type="http://schemas.openxmlformats.org/officeDocument/2006/relationships/font" Target="fonts/font27.fntdata"/><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77" Type="http://schemas.openxmlformats.org/officeDocument/2006/relationships/font" Target="fonts/font25.fntdata"/><Relationship Id="rId51" Type="http://schemas.openxmlformats.org/officeDocument/2006/relationships/notesMaster" Target="notesMasters/notesMaster1.xml"/><Relationship Id="rId72" Type="http://schemas.openxmlformats.org/officeDocument/2006/relationships/font" Target="fonts/font20.fntdata"/><Relationship Id="rId80" Type="http://schemas.openxmlformats.org/officeDocument/2006/relationships/presProps" Target="presProps.xml"/><Relationship Id="rId85" Type="http://schemas.microsoft.com/office/2018/10/relationships/authors" Target="authors.xml"/><Relationship Id="rId3" Type="http://schemas.openxmlformats.org/officeDocument/2006/relationships/customXml" Target="../customXml/item3.xml"/><Relationship Id="rId59" Type="http://schemas.openxmlformats.org/officeDocument/2006/relationships/font" Target="fonts/font7.fntdata"/><Relationship Id="rId67" Type="http://schemas.openxmlformats.org/officeDocument/2006/relationships/font" Target="fonts/font15.fntdata"/><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75" Type="http://schemas.openxmlformats.org/officeDocument/2006/relationships/font" Target="fonts/font23.fntdata"/><Relationship Id="rId83" Type="http://schemas.openxmlformats.org/officeDocument/2006/relationships/tableStyles" Target="tableStyles.xml"/><Relationship Id="rId1" Type="http://schemas.openxmlformats.org/officeDocument/2006/relationships/customXml" Target="../customXml/item1.xml"/><Relationship Id="rId57" Type="http://schemas.openxmlformats.org/officeDocument/2006/relationships/font" Target="fonts/font5.fntdata"/><Relationship Id="rId52" Type="http://schemas.openxmlformats.org/officeDocument/2006/relationships/handoutMaster" Target="handoutMasters/handoutMaster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font" Target="fonts/font21.fntdata"/><Relationship Id="rId78" Type="http://schemas.openxmlformats.org/officeDocument/2006/relationships/font" Target="fonts/font26.fntdata"/><Relationship Id="rId81" Type="http://schemas.openxmlformats.org/officeDocument/2006/relationships/viewProps" Target="viewProps.xml"/><Relationship Id="rId4" Type="http://schemas.openxmlformats.org/officeDocument/2006/relationships/slideMaster" Target="slideMasters/slideMaster1.xml"/><Relationship Id="rId55" Type="http://schemas.openxmlformats.org/officeDocument/2006/relationships/font" Target="fonts/font3.fntdata"/><Relationship Id="rId76" Type="http://schemas.openxmlformats.org/officeDocument/2006/relationships/font" Target="fonts/font24.fntdata"/><Relationship Id="rId71" Type="http://schemas.openxmlformats.org/officeDocument/2006/relationships/font" Target="fonts/font19.fntdata"/><Relationship Id="rId2" Type="http://schemas.openxmlformats.org/officeDocument/2006/relationships/customXml" Target="../customXml/item2.xml"/><Relationship Id="rId66" Type="http://schemas.openxmlformats.org/officeDocument/2006/relationships/font" Target="fonts/font14.fntdata"/><Relationship Id="rId61" Type="http://schemas.openxmlformats.org/officeDocument/2006/relationships/font" Target="fonts/font9.fntdata"/><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Pollard" userId="cb8535b8-2625-4708-8039-66da7a5ed623" providerId="ADAL" clId="{155DF9E5-E494-5C2F-B7CB-5C4ECC2C4FC7}"/>
    <pc:docChg chg="modSld">
      <pc:chgData name="David Pollard" userId="cb8535b8-2625-4708-8039-66da7a5ed623" providerId="ADAL" clId="{155DF9E5-E494-5C2F-B7CB-5C4ECC2C4FC7}" dt="2026-07-24T09:27:10.130" v="0" actId="14100"/>
      <pc:docMkLst>
        <pc:docMk/>
      </pc:docMkLst>
      <pc:sldChg chg="modSp mod">
        <pc:chgData name="David Pollard" userId="cb8535b8-2625-4708-8039-66da7a5ed623" providerId="ADAL" clId="{155DF9E5-E494-5C2F-B7CB-5C4ECC2C4FC7}" dt="2026-07-24T09:27:10.130" v="0" actId="14100"/>
        <pc:sldMkLst>
          <pc:docMk/>
          <pc:sldMk cId="4113801591" sldId="2147482691"/>
        </pc:sldMkLst>
        <pc:grpChg chg="mod">
          <ac:chgData name="David Pollard" userId="cb8535b8-2625-4708-8039-66da7a5ed623" providerId="ADAL" clId="{155DF9E5-E494-5C2F-B7CB-5C4ECC2C4FC7}" dt="2026-07-24T09:27:10.130" v="0" actId="14100"/>
          <ac:grpSpMkLst>
            <pc:docMk/>
            <pc:sldMk cId="4113801591" sldId="2147482691"/>
            <ac:grpSpMk id="2" creationId="{2DEDA832-2639-91C0-C371-1F334F687472}"/>
          </ac:grpSpMkLst>
        </pc:grpChg>
      </pc:sldChg>
    </pc:docChg>
  </pc:docChgLst>
</pc:chgInfo>
</file>

<file path=ppt/handoutMasters/_rels/handoutMaster1.xml.rels><?xml version='1.0' encoding='UTF-8'?>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9160F12-8836-E7B4-E4D7-6BC3D171F2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F74747-B370-D928-1BB9-0C19B2EBFA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B074C1-390D-874D-9D28-A0ABB3D06F25}" type="datetimeFigureOut">
              <a:rPr lang="en-US" smtClean="0"/>
              <a:t>7/24/26</a:t>
            </a:fld>
            <a:endParaRPr lang="en-US"/>
          </a:p>
        </p:txBody>
      </p:sp>
      <p:sp>
        <p:nvSpPr>
          <p:cNvPr id="4" name="Footer Placeholder 3">
            <a:extLst>
              <a:ext uri="{FF2B5EF4-FFF2-40B4-BE49-F238E27FC236}">
                <a16:creationId xmlns:a16="http://schemas.microsoft.com/office/drawing/2014/main" id="{D4A30FFE-7860-3800-3DFE-875324BBCF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F882DAE-C070-8F4E-FEB0-279E398708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C68FE2-D02A-974F-8241-2FBB35007C94}" type="slidenum">
              <a:rPr lang="en-US" smtClean="0"/>
              <a:t>‹#›</a:t>
            </a:fld>
            <a:endParaRPr lang="en-US"/>
          </a:p>
        </p:txBody>
      </p:sp>
    </p:spTree>
    <p:extLst>
      <p:ext uri="{BB962C8B-B14F-4D97-AF65-F5344CB8AC3E}">
        <p14:creationId xmlns:p14="http://schemas.microsoft.com/office/powerpoint/2010/main" val="3862649019"/>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2C72104B-A22A-485F-8181-8B2CD5833538}" type="datetimeFigureOut">
              <a:rPr lang="en-US" smtClean="0"/>
              <a:pPr/>
              <a:t>7/24/26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4DBB4990-0A23-4A10-BE7D-7E64CAB85BE3}" type="slidenum">
              <a:rPr lang="en-US" smtClean="0"/>
              <a:pPr/>
              <a:t>‹#›</a:t>
            </a:fld>
            <a:endParaRPr lang="en-US" dirty="0"/>
          </a:p>
        </p:txBody>
      </p:sp>
    </p:spTree>
    <p:extLst>
      <p:ext uri="{BB962C8B-B14F-4D97-AF65-F5344CB8AC3E}">
        <p14:creationId xmlns:p14="http://schemas.microsoft.com/office/powerpoint/2010/main" val="6282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CiscoSansTT" panose="020B0503020201020303" pitchFamily="34" charset="0"/>
      </a:defRPr>
    </a:lvl1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22.xml.rels><?xml version='1.0' encoding='UTF-8'?>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 Id="rId3" Type="http://schemas.openxmlformats.org/officeDocument/2006/relationships/hyperlink" Target="https://www.cyberdefensemagazine.com/whitepapers/CDM-Exclusive-Future-of-Cybersecurity-Whitepaper-with-Dr-David-G-DeWalt-2018.pdf" TargetMode="External"/><Relationship Id="rId4" Type="http://schemas.openxmlformats.org/officeDocument/2006/relationships/hyperlink" Target="https://www.bankinfosecurity.com/interviews/one-on-one-fireeyes-dave-dewalt-i-2499" TargetMode="External"/><Relationship Id="rId5" Type="http://schemas.openxmlformats.org/officeDocument/2006/relationships/hyperlink" Target="https://www.ncsc.gov.uk/collection/cyber-assessment-framework" TargetMode="External"/><Relationship Id="rId6" Type="http://schemas.openxmlformats.org/officeDocument/2006/relationships/hyperlink" Target="https://www.nist.gov/cyberframework/identify" TargetMode="External"/></Relationship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Why open SEC1053 on this quote</a:t>
            </a:r>
          </a:p>
          <a:p>
            <a:r>
              <a:rPr lang="en-GB" dirty="0"/>
              <a:t>Dave DeWalt — former CEO of McAfee and FireEye, and founder of the cyber investment firm NightDragon — has made this point repeatedly across interviews and industry whitepapers: security teams cannot protect, or even scope the risk of, an asset they don’t know exists. It is a deliberately simple line for a deliberately hard problem: asset visibility is the foundation every other control sits on top of.</a:t>
            </a:r>
          </a:p>
          <a:p>
            <a:r>
              <a:rPr lang="en-GB" dirty="0"/>
              <a:t>Sources for the quote: </a:t>
            </a:r>
            <a:r>
              <a:rPr lang="en-GB" dirty="0">
                <a:hlinkClick xmlns:r="http://schemas.openxmlformats.org/officeDocument/2006/relationships" r:id="rId3"/>
              </a:rPr>
              <a:t>CyberDefense Magazine whitepaper with Dr. David G. DeWalt</a:t>
            </a:r>
            <a:r>
              <a:rPr lang="en-GB" dirty="0"/>
              <a:t> and a </a:t>
            </a:r>
            <a:r>
              <a:rPr lang="en-GB" dirty="0">
                <a:hlinkClick xmlns:r="http://schemas.openxmlformats.org/officeDocument/2006/relationships" r:id="rId4"/>
              </a:rPr>
              <a:t>BankInfoSecurity interview with FireEye’s Dave DeWalt</a:t>
            </a:r>
            <a:r>
              <a:rPr lang="en-GB" dirty="0"/>
              <a:t>.</a:t>
            </a:r>
          </a:p>
          <a:p>
            <a:r>
              <a:rPr lang="en-GB" b="1" dirty="0"/>
              <a:t>Link to the UK NCSC Cyber Assessment Framework (CAF)</a:t>
            </a:r>
          </a:p>
          <a:p>
            <a:r>
              <a:rPr lang="en-GB" dirty="0"/>
              <a:t>CAF Objective A — “Managing security risk” — opens with Principle A3, Asset Management: “Everything required to deliver, maintain or support networks and information systems necessary for essential functions is determined and understood.” Contributing outcome A3.a expects a maintained, accurate inventory covering hardware, software, data and supporting infrastructure, with ownership, prioritisation and lifecycle status — the exact capability the quote is describing. Every downstream CAF objective, especially A2 Risk Management and the technical/monitoring outcomes in Objectives B and C, assumes this inventory already exists; you cannot risk-assess or defend what you have not first identified. This maps directly across CAF versions, including the current CAF 4.0 used for NIS Regulations/GovAssure audits.</a:t>
            </a:r>
          </a:p>
          <a:p>
            <a:r>
              <a:rPr lang="en-GB" dirty="0">
                <a:hlinkClick xmlns:r="http://schemas.openxmlformats.org/officeDocument/2006/relationships" r:id="rId5"/>
              </a:rPr>
              <a:t>ncsc.gov.uk/collection/cyber-assessment-framework</a:t>
            </a:r>
          </a:p>
          <a:p>
            <a:r>
              <a:rPr lang="en-GB" b="1" dirty="0"/>
              <a:t>Link to NIST CSF</a:t>
            </a:r>
          </a:p>
          <a:p>
            <a:r>
              <a:rPr lang="en-GB" dirty="0"/>
              <a:t>NIST CSF places the same idea at the very start of the framework, under the Identify function, category ID.AM (Asset Management) — inventorying and managing physical devices, software platforms, data flows and their business context so risk can be assessed accurately. CSF 2.0 strengthens this further by tying ID.AM explicitly to organisational context and governance, reinforcing that asset visibility is the prerequisite for every later Protect, Detect, Respond and Recover activity.</a:t>
            </a:r>
          </a:p>
          <a:p>
            <a:r>
              <a:rPr lang="en-GB" dirty="0">
                <a:hlinkClick xmlns:r="http://schemas.openxmlformats.org/officeDocument/2006/relationships" r:id="rId6"/>
              </a:rPr>
              <a:t>nist.gov/cyberframework/identify</a:t>
            </a:r>
          </a:p>
          <a:p>
            <a:r>
              <a:rPr lang="en-GB" dirty="0"/>
              <a:t>Transition line: this is exactly the gap Splunk Enterprise Security’s asset and identity framework closes — which is what the rest of SEC1053 covers.</a:t>
            </a:r>
          </a:p>
        </p:txBody>
      </p:sp>
      <p:sp>
        <p:nvSpPr>
          <p:cNvPr id="4" name="Slide Number Placeholder 3"/>
          <p:cNvSpPr>
            <a:spLocks noGrp="1"/>
          </p:cNvSpPr>
          <p:nvPr>
            <p:ph type="sldNum" sz="quarter" idx="5"/>
          </p:nvPr>
        </p:nvSpPr>
        <p:spPr/>
        <p:txBody>
          <a:bodyPr/>
          <a:lstStyle/>
          <a:p>
            <a:fld id="{4DBB4990-0A23-4A10-BE7D-7E64CAB85BE3}" type="slidenum">
              <a:rPr lang="en-US" smtClean="0"/>
              <a:t>1</a:t>
            </a:fld>
            <a:endParaRPr lang="en-US"/>
          </a:p>
        </p:txBody>
      </p:sp>
    </p:spTree>
  </p:cSld>
  <p:clrMapOvr>
    <a:masterClrMapping/>
  </p:clrMapOvr>
</p:notes>
</file>

<file path=ppt/slideLayouts/_rels/slideLayout1.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1.xml.rels><?xml version='1.0' encoding='UTF-8'?>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2.xml.rels><?xml version='1.0' encoding='UTF-8'?>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3.xml.rels><?xml version='1.0' encoding='UTF-8'?>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4.xml.rels><?xml version='1.0' encoding='UTF-8'?>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3.xml.rels><?xml version='1.0' encoding='UTF-8'?>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4.xml.rels><?xml version='1.0' encoding='UTF-8'?>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plunk - 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14" name="Graphic 13">
            <a:extLst>
              <a:ext uri="{FF2B5EF4-FFF2-40B4-BE49-F238E27FC236}">
                <a16:creationId xmlns:a16="http://schemas.microsoft.com/office/drawing/2014/main" id="{36791DBD-BFC3-41C2-4DB3-EB3EF559FA1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4658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plunk - 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DE1C428-FB01-B3E9-D347-5F55C93684C9}"/>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097997"/>
            <a:ext cx="6656388" cy="1324092"/>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4159"/>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047562"/>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047562"/>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674169"/>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674169"/>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8" name="Graphic 7">
            <a:extLst>
              <a:ext uri="{FF2B5EF4-FFF2-40B4-BE49-F238E27FC236}">
                <a16:creationId xmlns:a16="http://schemas.microsoft.com/office/drawing/2014/main" id="{CD8807AC-0F19-1296-4BA5-E7FCC65B50A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151087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1, Two Speakers">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425885"/>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072124"/>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605527"/>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605527"/>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7" name="Graphic 6">
            <a:extLst>
              <a:ext uri="{FF2B5EF4-FFF2-40B4-BE49-F238E27FC236}">
                <a16:creationId xmlns:a16="http://schemas.microsoft.com/office/drawing/2014/main" id="{A300E2A1-4C63-3529-6916-C98B0C1EBFF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Tree>
    <p:extLst>
      <p:ext uri="{BB962C8B-B14F-4D97-AF65-F5344CB8AC3E}">
        <p14:creationId xmlns:p14="http://schemas.microsoft.com/office/powerpoint/2010/main" val="3917062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Event Only Title Slide 1, Two Speakers">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562040"/>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562040"/>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EE004421-30A3-EF43-F56A-284A9116990D}"/>
              </a:ext>
            </a:extLst>
          </p:cNvPr>
          <p:cNvSpPr>
            <a:spLocks noGrp="1"/>
          </p:cNvSpPr>
          <p:nvPr>
            <p:ph type="body" sz="quarter" idx="15" hasCustomPrompt="1"/>
          </p:nvPr>
        </p:nvSpPr>
        <p:spPr>
          <a:xfrm>
            <a:off x="323850" y="4187513"/>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F7739363-8971-A945-5479-6A7D52A23CC1}"/>
              </a:ext>
            </a:extLst>
          </p:cNvPr>
          <p:cNvSpPr>
            <a:spLocks noGrp="1"/>
          </p:cNvSpPr>
          <p:nvPr>
            <p:ph type="body" sz="quarter" idx="16" hasCustomPrompt="1"/>
          </p:nvPr>
        </p:nvSpPr>
        <p:spPr>
          <a:xfrm>
            <a:off x="4230687" y="4187513"/>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5" name="Graphic 4">
            <a:extLst>
              <a:ext uri="{FF2B5EF4-FFF2-40B4-BE49-F238E27FC236}">
                <a16:creationId xmlns:a16="http://schemas.microsoft.com/office/drawing/2014/main" id="{A502ABFF-E971-B3AB-65D8-4ED252E2F6D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
        <p:nvSpPr>
          <p:cNvPr id="8" name="Title 2">
            <a:extLst>
              <a:ext uri="{FF2B5EF4-FFF2-40B4-BE49-F238E27FC236}">
                <a16:creationId xmlns:a16="http://schemas.microsoft.com/office/drawing/2014/main" id="{F953B218-B267-8ACF-928F-D548E25E2EF4}"/>
              </a:ext>
            </a:extLst>
          </p:cNvPr>
          <p:cNvSpPr>
            <a:spLocks noGrp="1"/>
          </p:cNvSpPr>
          <p:nvPr>
            <p:ph type="title" hasCustomPrompt="1"/>
          </p:nvPr>
        </p:nvSpPr>
        <p:spPr>
          <a:xfrm>
            <a:off x="323850" y="1425885"/>
            <a:ext cx="6656388" cy="1554169"/>
          </a:xfrm>
        </p:spPr>
        <p:txBody>
          <a:bodyPr anchor="b" anchorCtr="0"/>
          <a:lstStyle>
            <a:lvl1pPr>
              <a:defRPr sz="3600">
                <a:solidFill>
                  <a:schemeClr val="tx1"/>
                </a:solidFill>
              </a:defRPr>
            </a:lvl1pPr>
          </a:lstStyle>
          <a:p>
            <a:r>
              <a:rPr lang="en-US" dirty="0"/>
              <a:t>Presentation Title</a:t>
            </a:r>
          </a:p>
        </p:txBody>
      </p:sp>
      <p:sp>
        <p:nvSpPr>
          <p:cNvPr id="9" name="Text Placeholder 10">
            <a:extLst>
              <a:ext uri="{FF2B5EF4-FFF2-40B4-BE49-F238E27FC236}">
                <a16:creationId xmlns:a16="http://schemas.microsoft.com/office/drawing/2014/main" id="{57E30597-0560-4CF8-0081-17A9912783EF}"/>
              </a:ext>
            </a:extLst>
          </p:cNvPr>
          <p:cNvSpPr>
            <a:spLocks noGrp="1"/>
          </p:cNvSpPr>
          <p:nvPr>
            <p:ph type="body" sz="quarter" idx="13" hasCustomPrompt="1"/>
          </p:nvPr>
        </p:nvSpPr>
        <p:spPr>
          <a:xfrm>
            <a:off x="323850" y="3072124"/>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Tree>
    <p:extLst>
      <p:ext uri="{BB962C8B-B14F-4D97-AF65-F5344CB8AC3E}">
        <p14:creationId xmlns:p14="http://schemas.microsoft.com/office/powerpoint/2010/main" val="793513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_Event Only Title Slide 1,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5746302" y="1739457"/>
            <a:ext cx="5879640"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5746302" y="3385696"/>
            <a:ext cx="5879640"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5746302" y="3919099"/>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5" name="Picture Placeholder 16">
            <a:extLst>
              <a:ext uri="{FF2B5EF4-FFF2-40B4-BE49-F238E27FC236}">
                <a16:creationId xmlns:a16="http://schemas.microsoft.com/office/drawing/2014/main" id="{6CE2252C-F998-68C6-8B51-5EEF8087580B}"/>
              </a:ext>
            </a:extLst>
          </p:cNvPr>
          <p:cNvSpPr>
            <a:spLocks noGrp="1"/>
          </p:cNvSpPr>
          <p:nvPr>
            <p:ph type="pic" sz="quarter" idx="19"/>
          </p:nvPr>
        </p:nvSpPr>
        <p:spPr>
          <a:xfrm>
            <a:off x="856903" y="1514518"/>
            <a:ext cx="3725864" cy="3628710"/>
          </a:xfrm>
          <a:prstGeom prst="roundRect">
            <a:avLst>
              <a:gd name="adj" fmla="val 5474"/>
            </a:avLst>
          </a:prstGeom>
        </p:spPr>
        <p:txBody>
          <a:bodyPr/>
          <a:lstStyle/>
          <a:p>
            <a:endParaRPr lang="en-US"/>
          </a:p>
        </p:txBody>
      </p:sp>
      <p:pic>
        <p:nvPicPr>
          <p:cNvPr id="2" name="Graphic 1">
            <a:extLst>
              <a:ext uri="{FF2B5EF4-FFF2-40B4-BE49-F238E27FC236}">
                <a16:creationId xmlns:a16="http://schemas.microsoft.com/office/drawing/2014/main" id="{D9B55C1B-BA0C-BB1A-B3B1-488EFB23554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Tree>
    <p:extLst>
      <p:ext uri="{BB962C8B-B14F-4D97-AF65-F5344CB8AC3E}">
        <p14:creationId xmlns:p14="http://schemas.microsoft.com/office/powerpoint/2010/main" val="1282297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solidFill>
                  <a:schemeClr val="tx1"/>
                </a:solidFill>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tx2">
                    <a:lumMod val="60000"/>
                    <a:lumOff val="40000"/>
                  </a:schemeClr>
                </a:solidFill>
                <a:effectLst/>
                <a:uLnTx/>
                <a:uFillTx/>
                <a:latin typeface="+mj-lt"/>
                <a:cs typeface="CiscoSansTT Light" panose="020B0503020201020303" pitchFamily="34" charset="0"/>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tx1"/>
                </a:solidFill>
                <a:latin typeface="Inter" panose="02000503000000020004" pitchFamily="2" charset="0"/>
                <a:ea typeface="Inter" panose="02000503000000020004" pitchFamily="2"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959039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58653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76278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35794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tx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16714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718286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59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65889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3399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9657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249405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0" y="952500"/>
            <a:ext cx="11544300" cy="5122863"/>
          </a:xfrm>
        </p:spPr>
        <p:txBody>
          <a:bodyPr/>
          <a:lstStyle>
            <a:lvl1pPr>
              <a:buClr>
                <a:schemeClr val="tx1"/>
              </a:buClr>
              <a:defRPr sz="2000"/>
            </a:lvl1pPr>
            <a:lvl2pPr>
              <a:buClr>
                <a:schemeClr val="tx1"/>
              </a:buClr>
              <a:defRPr sz="2000"/>
            </a:lvl2pPr>
            <a:lvl3pPr>
              <a:buClr>
                <a:schemeClr val="tx1"/>
              </a:buClr>
              <a:defRPr sz="2000"/>
            </a:lvl3pPr>
            <a:lvl4pPr>
              <a:buClr>
                <a:schemeClr val="tx1"/>
              </a:buClr>
              <a:defRPr sz="2000"/>
            </a:lvl4pPr>
            <a:lvl5pPr>
              <a:buClr>
                <a:schemeClr val="tx1"/>
              </a:buCl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57232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1 Column with co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0" y="952500"/>
            <a:ext cx="11544300" cy="5122863"/>
          </a:xfrm>
        </p:spPr>
        <p:txBody>
          <a:bodyPr/>
          <a:lstStyle>
            <a:lvl1pPr>
              <a:buNone/>
              <a:defRPr sz="1600">
                <a:latin typeface="Source Code Pro" panose="020B0509030403020204" pitchFamily="49" charset="0"/>
                <a:ea typeface="Source Code Pro" panose="020B0509030403020204" pitchFamily="49" charset="0"/>
              </a:defRPr>
            </a:lvl1pPr>
            <a:lvl2pPr>
              <a:buNone/>
              <a:defRPr sz="1600">
                <a:latin typeface="Source Code Pro" panose="020B0509030403020204" pitchFamily="49" charset="0"/>
                <a:ea typeface="Source Code Pro" panose="020B0509030403020204" pitchFamily="49" charset="0"/>
              </a:defRPr>
            </a:lvl2pPr>
            <a:lvl3pPr>
              <a:buNone/>
              <a:defRPr sz="1600">
                <a:latin typeface="Source Code Pro" panose="020B0509030403020204" pitchFamily="49" charset="0"/>
                <a:ea typeface="Source Code Pro" panose="020B0509030403020204" pitchFamily="49" charset="0"/>
              </a:defRPr>
            </a:lvl3pPr>
            <a:lvl4pPr>
              <a:buNone/>
              <a:defRPr sz="1600">
                <a:latin typeface="Source Code Pro" panose="020B0509030403020204" pitchFamily="49" charset="0"/>
                <a:ea typeface="Source Code Pro" panose="020B0509030403020204" pitchFamily="49" charset="0"/>
              </a:defRPr>
            </a:lvl4pPr>
            <a:lvl5pPr>
              <a:buNone/>
              <a:defRPr sz="1600">
                <a:latin typeface="Source Code Pro" panose="020B0509030403020204" pitchFamily="49" charset="0"/>
                <a:ea typeface="Source Code Pro" panose="020B0509030403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4390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15685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424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7106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3293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6896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87848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37160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174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4890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0992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67147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13670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635668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84658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28016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2608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4927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720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14840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plunk - 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08775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7937"/>
            <a:ext cx="12192000" cy="4675188"/>
          </a:xfrm>
          <a:prstGeom prst="roundRect">
            <a:avLst>
              <a:gd name="adj" fmla="val 0"/>
            </a:avLst>
          </a:prstGeom>
          <a:solidFill>
            <a:schemeClr val="bg1">
              <a:alpha val="10000"/>
            </a:schemeClr>
          </a:solidFill>
        </p:spPr>
        <p:txBody>
          <a:bodyPr vert="horz" lIns="0" tIns="137160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31009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plunk - 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gradFill flip="none" rotWithShape="1">
              <a:gsLst>
                <a:gs pos="0">
                  <a:schemeClr val="accent3"/>
                </a:gs>
                <a:gs pos="100000">
                  <a:schemeClr val="accent4"/>
                </a:gs>
              </a:gsLst>
              <a:lin ang="2700000" scaled="1"/>
              <a:tileRect/>
            </a:gra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7361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plunk -  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solidFill>
              <a:schemeClr val="tx1"/>
            </a:soli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82789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plunk - 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7609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6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2111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218039"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570136" y="4591673"/>
            <a:ext cx="3485896" cy="389467"/>
          </a:xfrm>
        </p:spPr>
        <p:txBody>
          <a:bodyPr/>
          <a:lstStyle>
            <a:lvl1pPr algn="ctr">
              <a:buNone/>
              <a:defRPr sz="18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570136" y="5063536"/>
            <a:ext cx="3485896" cy="713024"/>
          </a:xfrm>
        </p:spPr>
        <p:txBody>
          <a:bodyPr/>
          <a:lstStyle>
            <a:lvl1pPr algn="ctr">
              <a:spcAft>
                <a:spcPts val="600"/>
              </a:spcAft>
              <a:buNone/>
              <a:defRPr sz="1100"/>
            </a:lvl1pPr>
          </a:lstStyle>
          <a:p>
            <a:r>
              <a:rPr lang="en-US" dirty="0"/>
              <a:t>Job Title </a:t>
            </a:r>
          </a:p>
          <a:p>
            <a:r>
              <a:rPr lang="en-US" dirty="0"/>
              <a:t>Company</a:t>
            </a:r>
          </a:p>
        </p:txBody>
      </p:sp>
      <p:sp>
        <p:nvSpPr>
          <p:cNvPr id="12" name="Text Placeholder 3">
            <a:extLst>
              <a:ext uri="{FF2B5EF4-FFF2-40B4-BE49-F238E27FC236}">
                <a16:creationId xmlns:a16="http://schemas.microsoft.com/office/drawing/2014/main" id="{D6425DC0-DD30-D9D9-384A-23B0D57863AF}"/>
              </a:ext>
            </a:extLst>
          </p:cNvPr>
          <p:cNvSpPr>
            <a:spLocks noGrp="1"/>
          </p:cNvSpPr>
          <p:nvPr>
            <p:ph type="body" sz="quarter" idx="17" hasCustomPrompt="1"/>
          </p:nvPr>
        </p:nvSpPr>
        <p:spPr>
          <a:xfrm>
            <a:off x="4364038" y="4591050"/>
            <a:ext cx="3486150" cy="390525"/>
          </a:xfrm>
        </p:spPr>
        <p:txBody>
          <a:bodyPr/>
          <a:lstStyle>
            <a:lvl1pPr algn="ctr">
              <a:buNone/>
              <a:defRPr sz="1800"/>
            </a:lvl1pPr>
          </a:lstStyle>
          <a:p>
            <a:r>
              <a:rPr lang="en-US" dirty="0"/>
              <a:t>First, Last Name</a:t>
            </a:r>
          </a:p>
        </p:txBody>
      </p:sp>
      <p:sp>
        <p:nvSpPr>
          <p:cNvPr id="13" name="Text Placeholder 4">
            <a:extLst>
              <a:ext uri="{FF2B5EF4-FFF2-40B4-BE49-F238E27FC236}">
                <a16:creationId xmlns:a16="http://schemas.microsoft.com/office/drawing/2014/main" id="{FA7B7933-5E51-35F9-6125-0A33D0D99B25}"/>
              </a:ext>
            </a:extLst>
          </p:cNvPr>
          <p:cNvSpPr>
            <a:spLocks noGrp="1"/>
          </p:cNvSpPr>
          <p:nvPr>
            <p:ph type="body" sz="quarter" idx="18" hasCustomPrompt="1"/>
          </p:nvPr>
        </p:nvSpPr>
        <p:spPr>
          <a:xfrm>
            <a:off x="4351338"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p:cNvSpPr>
          <p:nvPr>
            <p:ph type="pic" sz="quarter" idx="19"/>
          </p:nvPr>
        </p:nvSpPr>
        <p:spPr>
          <a:xfrm>
            <a:off x="1095471" y="1997075"/>
            <a:ext cx="2435225" cy="2371725"/>
          </a:xfrm>
          <a:prstGeom prst="roundRect">
            <a:avLst>
              <a:gd name="adj" fmla="val 5474"/>
            </a:avLst>
          </a:prstGeom>
        </p:spPr>
        <p:txBody>
          <a:bodyPr/>
          <a:lstStyle/>
          <a:p>
            <a:endParaRPr lang="en-US"/>
          </a:p>
        </p:txBody>
      </p:sp>
      <p:sp>
        <p:nvSpPr>
          <p:cNvPr id="18" name="Picture Placeholder 16">
            <a:extLst>
              <a:ext uri="{FF2B5EF4-FFF2-40B4-BE49-F238E27FC236}">
                <a16:creationId xmlns:a16="http://schemas.microsoft.com/office/drawing/2014/main" id="{E346ADEB-4538-91A9-B4A0-56A5FEAD5351}"/>
              </a:ext>
            </a:extLst>
          </p:cNvPr>
          <p:cNvSpPr>
            <a:spLocks noGrp="1"/>
          </p:cNvSpPr>
          <p:nvPr>
            <p:ph type="pic" sz="quarter" idx="20"/>
          </p:nvPr>
        </p:nvSpPr>
        <p:spPr>
          <a:xfrm>
            <a:off x="4880890" y="1997075"/>
            <a:ext cx="2435225" cy="2371725"/>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034862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218039"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570136" y="4591673"/>
            <a:ext cx="3485896" cy="389467"/>
          </a:xfrm>
        </p:spPr>
        <p:txBody>
          <a:bodyPr/>
          <a:lstStyle>
            <a:lvl1pPr algn="ctr">
              <a:buNone/>
              <a:defRPr sz="18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570136" y="5063536"/>
            <a:ext cx="3485896" cy="713024"/>
          </a:xfrm>
        </p:spPr>
        <p:txBody>
          <a:bodyPr/>
          <a:lstStyle>
            <a:lvl1pPr algn="ctr">
              <a:spcAft>
                <a:spcPts val="600"/>
              </a:spcAft>
              <a:buNone/>
              <a:defRPr sz="1100"/>
            </a:lvl1pPr>
          </a:lstStyle>
          <a:p>
            <a:r>
              <a:rPr lang="en-US" dirty="0"/>
              <a:t>Job Title </a:t>
            </a:r>
          </a:p>
          <a:p>
            <a:r>
              <a:rPr lang="en-US" dirty="0"/>
              <a:t>Company</a:t>
            </a:r>
          </a:p>
        </p:txBody>
      </p:sp>
      <p:sp>
        <p:nvSpPr>
          <p:cNvPr id="12" name="Text Placeholder 3">
            <a:extLst>
              <a:ext uri="{FF2B5EF4-FFF2-40B4-BE49-F238E27FC236}">
                <a16:creationId xmlns:a16="http://schemas.microsoft.com/office/drawing/2014/main" id="{D6425DC0-DD30-D9D9-384A-23B0D57863AF}"/>
              </a:ext>
            </a:extLst>
          </p:cNvPr>
          <p:cNvSpPr>
            <a:spLocks noGrp="1"/>
          </p:cNvSpPr>
          <p:nvPr>
            <p:ph type="body" sz="quarter" idx="17" hasCustomPrompt="1"/>
          </p:nvPr>
        </p:nvSpPr>
        <p:spPr>
          <a:xfrm>
            <a:off x="4364038" y="4591050"/>
            <a:ext cx="3486150" cy="390525"/>
          </a:xfrm>
        </p:spPr>
        <p:txBody>
          <a:bodyPr/>
          <a:lstStyle>
            <a:lvl1pPr algn="ctr">
              <a:buNone/>
              <a:defRPr sz="1800"/>
            </a:lvl1pPr>
          </a:lstStyle>
          <a:p>
            <a:r>
              <a:rPr lang="en-US" dirty="0"/>
              <a:t>First, Last Name</a:t>
            </a:r>
          </a:p>
        </p:txBody>
      </p:sp>
      <p:sp>
        <p:nvSpPr>
          <p:cNvPr id="13" name="Text Placeholder 4">
            <a:extLst>
              <a:ext uri="{FF2B5EF4-FFF2-40B4-BE49-F238E27FC236}">
                <a16:creationId xmlns:a16="http://schemas.microsoft.com/office/drawing/2014/main" id="{FA7B7933-5E51-35F9-6125-0A33D0D99B25}"/>
              </a:ext>
            </a:extLst>
          </p:cNvPr>
          <p:cNvSpPr>
            <a:spLocks noGrp="1"/>
          </p:cNvSpPr>
          <p:nvPr>
            <p:ph type="body" sz="quarter" idx="18" hasCustomPrompt="1"/>
          </p:nvPr>
        </p:nvSpPr>
        <p:spPr>
          <a:xfrm>
            <a:off x="4351338"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p:cNvSpPr>
          <p:nvPr>
            <p:ph type="pic" sz="quarter" idx="19"/>
          </p:nvPr>
        </p:nvSpPr>
        <p:spPr>
          <a:xfrm>
            <a:off x="1095471" y="1997075"/>
            <a:ext cx="2435225" cy="2371725"/>
          </a:xfrm>
          <a:prstGeom prst="roundRect">
            <a:avLst>
              <a:gd name="adj" fmla="val 5474"/>
            </a:avLst>
          </a:prstGeom>
        </p:spPr>
        <p:txBody>
          <a:bodyPr/>
          <a:lstStyle/>
          <a:p>
            <a:endParaRPr lang="en-US"/>
          </a:p>
        </p:txBody>
      </p:sp>
      <p:sp>
        <p:nvSpPr>
          <p:cNvPr id="18" name="Picture Placeholder 16">
            <a:extLst>
              <a:ext uri="{FF2B5EF4-FFF2-40B4-BE49-F238E27FC236}">
                <a16:creationId xmlns:a16="http://schemas.microsoft.com/office/drawing/2014/main" id="{E346ADEB-4538-91A9-B4A0-56A5FEAD5351}"/>
              </a:ext>
            </a:extLst>
          </p:cNvPr>
          <p:cNvSpPr>
            <a:spLocks noGrp="1"/>
          </p:cNvSpPr>
          <p:nvPr>
            <p:ph type="pic" sz="quarter" idx="20"/>
          </p:nvPr>
        </p:nvSpPr>
        <p:spPr>
          <a:xfrm>
            <a:off x="4880890" y="1997075"/>
            <a:ext cx="2435225" cy="2371725"/>
          </a:xfrm>
          <a:prstGeom prst="roundRect">
            <a:avLst>
              <a:gd name="adj" fmla="val 5474"/>
            </a:avLst>
          </a:prstGeom>
        </p:spPr>
        <p:txBody>
          <a:bodyPr/>
          <a:lstStyle/>
          <a:p>
            <a:endParaRPr lang="en-US"/>
          </a:p>
        </p:txBody>
      </p:sp>
      <p:sp>
        <p:nvSpPr>
          <p:cNvPr id="5" name="Text Placeholder 3">
            <a:extLst>
              <a:ext uri="{FF2B5EF4-FFF2-40B4-BE49-F238E27FC236}">
                <a16:creationId xmlns:a16="http://schemas.microsoft.com/office/drawing/2014/main" id="{3E092305-95FD-3A50-0F57-4C246C9910B0}"/>
              </a:ext>
            </a:extLst>
          </p:cNvPr>
          <p:cNvSpPr>
            <a:spLocks noGrp="1"/>
          </p:cNvSpPr>
          <p:nvPr>
            <p:ph type="body" sz="quarter" idx="21" hasCustomPrompt="1"/>
          </p:nvPr>
        </p:nvSpPr>
        <p:spPr>
          <a:xfrm>
            <a:off x="8169122" y="4591050"/>
            <a:ext cx="3486150" cy="390525"/>
          </a:xfrm>
        </p:spPr>
        <p:txBody>
          <a:bodyPr/>
          <a:lstStyle>
            <a:lvl1pPr algn="ctr">
              <a:buNone/>
              <a:defRPr sz="1800"/>
            </a:lvl1pPr>
          </a:lstStyle>
          <a:p>
            <a:r>
              <a:rPr lang="en-US" dirty="0"/>
              <a:t>First, Last Name</a:t>
            </a:r>
          </a:p>
        </p:txBody>
      </p:sp>
      <p:sp>
        <p:nvSpPr>
          <p:cNvPr id="6" name="Text Placeholder 4">
            <a:extLst>
              <a:ext uri="{FF2B5EF4-FFF2-40B4-BE49-F238E27FC236}">
                <a16:creationId xmlns:a16="http://schemas.microsoft.com/office/drawing/2014/main" id="{7DE03894-2281-B12B-4226-07ABA68003C2}"/>
              </a:ext>
            </a:extLst>
          </p:cNvPr>
          <p:cNvSpPr>
            <a:spLocks noGrp="1"/>
          </p:cNvSpPr>
          <p:nvPr>
            <p:ph type="body" sz="quarter" idx="22" hasCustomPrompt="1"/>
          </p:nvPr>
        </p:nvSpPr>
        <p:spPr>
          <a:xfrm>
            <a:off x="8156422"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1" name="Picture Placeholder 16">
            <a:extLst>
              <a:ext uri="{FF2B5EF4-FFF2-40B4-BE49-F238E27FC236}">
                <a16:creationId xmlns:a16="http://schemas.microsoft.com/office/drawing/2014/main" id="{F2B9F0AD-45C3-B30A-5515-071060715B41}"/>
              </a:ext>
            </a:extLst>
          </p:cNvPr>
          <p:cNvSpPr>
            <a:spLocks noGrp="1"/>
          </p:cNvSpPr>
          <p:nvPr>
            <p:ph type="pic" sz="quarter" idx="23"/>
          </p:nvPr>
        </p:nvSpPr>
        <p:spPr>
          <a:xfrm>
            <a:off x="8685974" y="1997075"/>
            <a:ext cx="2435225" cy="2371725"/>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223086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080388"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432485" y="4352389"/>
            <a:ext cx="2576187" cy="389467"/>
          </a:xfrm>
        </p:spPr>
        <p:txBody>
          <a:bodyPr/>
          <a:lstStyle>
            <a:lvl1pPr algn="ctr">
              <a:buNone/>
              <a:defRPr sz="16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432485"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noChangeAspect="1"/>
          </p:cNvSpPr>
          <p:nvPr>
            <p:ph type="pic" sz="quarter" idx="19"/>
          </p:nvPr>
        </p:nvSpPr>
        <p:spPr>
          <a:xfrm>
            <a:off x="687306" y="2031771"/>
            <a:ext cx="2066543" cy="2012657"/>
          </a:xfrm>
          <a:prstGeom prst="roundRect">
            <a:avLst>
              <a:gd name="adj" fmla="val 5474"/>
            </a:avLst>
          </a:prstGeom>
        </p:spPr>
        <p:txBody>
          <a:bodyPr/>
          <a:lstStyle/>
          <a:p>
            <a:endParaRPr lang="en-US"/>
          </a:p>
        </p:txBody>
      </p:sp>
      <p:sp>
        <p:nvSpPr>
          <p:cNvPr id="14" name="Text Placeholder 1">
            <a:extLst>
              <a:ext uri="{FF2B5EF4-FFF2-40B4-BE49-F238E27FC236}">
                <a16:creationId xmlns:a16="http://schemas.microsoft.com/office/drawing/2014/main" id="{FE1F46AD-5BBD-7DC9-DF07-216F7BC3A306}"/>
              </a:ext>
            </a:extLst>
          </p:cNvPr>
          <p:cNvSpPr>
            <a:spLocks noGrp="1"/>
          </p:cNvSpPr>
          <p:nvPr>
            <p:ph type="body" sz="quarter" idx="20" hasCustomPrompt="1"/>
          </p:nvPr>
        </p:nvSpPr>
        <p:spPr>
          <a:xfrm>
            <a:off x="3352666" y="4352389"/>
            <a:ext cx="2576187" cy="389467"/>
          </a:xfrm>
        </p:spPr>
        <p:txBody>
          <a:bodyPr/>
          <a:lstStyle>
            <a:lvl1pPr algn="ctr">
              <a:buNone/>
              <a:defRPr sz="1600"/>
            </a:lvl1pPr>
          </a:lstStyle>
          <a:p>
            <a:r>
              <a:rPr lang="en-US" dirty="0"/>
              <a:t>First, Last Name</a:t>
            </a:r>
          </a:p>
        </p:txBody>
      </p:sp>
      <p:sp>
        <p:nvSpPr>
          <p:cNvPr id="15" name="Text Placeholder 2">
            <a:extLst>
              <a:ext uri="{FF2B5EF4-FFF2-40B4-BE49-F238E27FC236}">
                <a16:creationId xmlns:a16="http://schemas.microsoft.com/office/drawing/2014/main" id="{A1DAAD0E-6AED-CCA8-307C-F94AA8A239A1}"/>
              </a:ext>
            </a:extLst>
          </p:cNvPr>
          <p:cNvSpPr>
            <a:spLocks noGrp="1"/>
          </p:cNvSpPr>
          <p:nvPr>
            <p:ph type="body" sz="quarter" idx="21" hasCustomPrompt="1"/>
          </p:nvPr>
        </p:nvSpPr>
        <p:spPr>
          <a:xfrm>
            <a:off x="3352666"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16" name="Picture Placeholder 16">
            <a:extLst>
              <a:ext uri="{FF2B5EF4-FFF2-40B4-BE49-F238E27FC236}">
                <a16:creationId xmlns:a16="http://schemas.microsoft.com/office/drawing/2014/main" id="{BA3D9D5B-117F-0FFF-1C98-734B2B7D8248}"/>
              </a:ext>
            </a:extLst>
          </p:cNvPr>
          <p:cNvSpPr>
            <a:spLocks noGrp="1" noChangeAspect="1"/>
          </p:cNvSpPr>
          <p:nvPr>
            <p:ph type="pic" sz="quarter" idx="22"/>
          </p:nvPr>
        </p:nvSpPr>
        <p:spPr>
          <a:xfrm>
            <a:off x="3607487" y="2031771"/>
            <a:ext cx="2066543" cy="2012657"/>
          </a:xfrm>
          <a:prstGeom prst="roundRect">
            <a:avLst>
              <a:gd name="adj" fmla="val 5474"/>
            </a:avLst>
          </a:prstGeom>
        </p:spPr>
        <p:txBody>
          <a:bodyPr/>
          <a:lstStyle/>
          <a:p>
            <a:endParaRPr lang="en-US"/>
          </a:p>
        </p:txBody>
      </p:sp>
      <p:sp>
        <p:nvSpPr>
          <p:cNvPr id="19" name="Text Placeholder 1">
            <a:extLst>
              <a:ext uri="{FF2B5EF4-FFF2-40B4-BE49-F238E27FC236}">
                <a16:creationId xmlns:a16="http://schemas.microsoft.com/office/drawing/2014/main" id="{AC2D8529-3E99-19AD-8343-5CFF58213A72}"/>
              </a:ext>
            </a:extLst>
          </p:cNvPr>
          <p:cNvSpPr>
            <a:spLocks noGrp="1"/>
          </p:cNvSpPr>
          <p:nvPr>
            <p:ph type="body" sz="quarter" idx="23" hasCustomPrompt="1"/>
          </p:nvPr>
        </p:nvSpPr>
        <p:spPr>
          <a:xfrm>
            <a:off x="6272847" y="4352389"/>
            <a:ext cx="2576187" cy="389467"/>
          </a:xfrm>
        </p:spPr>
        <p:txBody>
          <a:bodyPr/>
          <a:lstStyle>
            <a:lvl1pPr algn="ctr">
              <a:buNone/>
              <a:defRPr sz="1600"/>
            </a:lvl1pPr>
          </a:lstStyle>
          <a:p>
            <a:r>
              <a:rPr lang="en-US" dirty="0"/>
              <a:t>First, Last Name</a:t>
            </a:r>
          </a:p>
        </p:txBody>
      </p:sp>
      <p:sp>
        <p:nvSpPr>
          <p:cNvPr id="20" name="Text Placeholder 2">
            <a:extLst>
              <a:ext uri="{FF2B5EF4-FFF2-40B4-BE49-F238E27FC236}">
                <a16:creationId xmlns:a16="http://schemas.microsoft.com/office/drawing/2014/main" id="{C6142541-E010-1B38-730E-9BBF4B109999}"/>
              </a:ext>
            </a:extLst>
          </p:cNvPr>
          <p:cNvSpPr>
            <a:spLocks noGrp="1"/>
          </p:cNvSpPr>
          <p:nvPr>
            <p:ph type="body" sz="quarter" idx="24" hasCustomPrompt="1"/>
          </p:nvPr>
        </p:nvSpPr>
        <p:spPr>
          <a:xfrm>
            <a:off x="6272847"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21" name="Picture Placeholder 16">
            <a:extLst>
              <a:ext uri="{FF2B5EF4-FFF2-40B4-BE49-F238E27FC236}">
                <a16:creationId xmlns:a16="http://schemas.microsoft.com/office/drawing/2014/main" id="{6F57ECAD-EE3E-D3A3-FE82-A24BEC29011D}"/>
              </a:ext>
            </a:extLst>
          </p:cNvPr>
          <p:cNvSpPr>
            <a:spLocks noGrp="1" noChangeAspect="1"/>
          </p:cNvSpPr>
          <p:nvPr>
            <p:ph type="pic" sz="quarter" idx="25"/>
          </p:nvPr>
        </p:nvSpPr>
        <p:spPr>
          <a:xfrm>
            <a:off x="6527668" y="2031771"/>
            <a:ext cx="2066543" cy="2012657"/>
          </a:xfrm>
          <a:prstGeom prst="roundRect">
            <a:avLst>
              <a:gd name="adj" fmla="val 5474"/>
            </a:avLst>
          </a:prstGeom>
        </p:spPr>
        <p:txBody>
          <a:bodyPr/>
          <a:lstStyle/>
          <a:p>
            <a:endParaRPr lang="en-US"/>
          </a:p>
        </p:txBody>
      </p:sp>
      <p:sp>
        <p:nvSpPr>
          <p:cNvPr id="22" name="Text Placeholder 1">
            <a:extLst>
              <a:ext uri="{FF2B5EF4-FFF2-40B4-BE49-F238E27FC236}">
                <a16:creationId xmlns:a16="http://schemas.microsoft.com/office/drawing/2014/main" id="{75660CCE-2531-B031-217C-F7DAEF2426AA}"/>
              </a:ext>
            </a:extLst>
          </p:cNvPr>
          <p:cNvSpPr>
            <a:spLocks noGrp="1"/>
          </p:cNvSpPr>
          <p:nvPr>
            <p:ph type="body" sz="quarter" idx="26" hasCustomPrompt="1"/>
          </p:nvPr>
        </p:nvSpPr>
        <p:spPr>
          <a:xfrm>
            <a:off x="9193028" y="4352389"/>
            <a:ext cx="2576187" cy="389467"/>
          </a:xfrm>
        </p:spPr>
        <p:txBody>
          <a:bodyPr/>
          <a:lstStyle>
            <a:lvl1pPr algn="ctr">
              <a:buNone/>
              <a:defRPr sz="1600"/>
            </a:lvl1pPr>
          </a:lstStyle>
          <a:p>
            <a:r>
              <a:rPr lang="en-US" dirty="0"/>
              <a:t>First, Last Name</a:t>
            </a:r>
          </a:p>
        </p:txBody>
      </p:sp>
      <p:sp>
        <p:nvSpPr>
          <p:cNvPr id="23" name="Text Placeholder 2">
            <a:extLst>
              <a:ext uri="{FF2B5EF4-FFF2-40B4-BE49-F238E27FC236}">
                <a16:creationId xmlns:a16="http://schemas.microsoft.com/office/drawing/2014/main" id="{F92136B9-F2B8-503C-7BEA-2DFC31DD1857}"/>
              </a:ext>
            </a:extLst>
          </p:cNvPr>
          <p:cNvSpPr>
            <a:spLocks noGrp="1"/>
          </p:cNvSpPr>
          <p:nvPr>
            <p:ph type="body" sz="quarter" idx="27" hasCustomPrompt="1"/>
          </p:nvPr>
        </p:nvSpPr>
        <p:spPr>
          <a:xfrm>
            <a:off x="9193028"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24" name="Picture Placeholder 16">
            <a:extLst>
              <a:ext uri="{FF2B5EF4-FFF2-40B4-BE49-F238E27FC236}">
                <a16:creationId xmlns:a16="http://schemas.microsoft.com/office/drawing/2014/main" id="{75354921-F51D-52D0-5759-AD8362782FDE}"/>
              </a:ext>
            </a:extLst>
          </p:cNvPr>
          <p:cNvSpPr>
            <a:spLocks noGrp="1" noChangeAspect="1"/>
          </p:cNvSpPr>
          <p:nvPr>
            <p:ph type="pic" sz="quarter" idx="28"/>
          </p:nvPr>
        </p:nvSpPr>
        <p:spPr>
          <a:xfrm>
            <a:off x="9447849" y="2031771"/>
            <a:ext cx="2066543" cy="2012657"/>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80895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522757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90743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2821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3279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plunk - 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35305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gradFill>
          <a:gsLst>
            <a:gs pos="16000">
              <a:schemeClr val="bg1"/>
            </a:gs>
            <a:gs pos="43000">
              <a:srgbClr val="F7F9FC"/>
            </a:gs>
            <a:gs pos="74000">
              <a:schemeClr val="bg2"/>
            </a:gs>
            <a:gs pos="100000">
              <a:schemeClr val="accent5"/>
            </a:gs>
          </a:gsLst>
          <a:lin ang="4800000" scaled="0"/>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noFill/>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50403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1_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dirty="0"/>
              <a:t>Click to edit Master title style</a:t>
            </a:r>
          </a:p>
        </p:txBody>
      </p:sp>
    </p:spTree>
    <p:extLst>
      <p:ext uri="{BB962C8B-B14F-4D97-AF65-F5344CB8AC3E}">
        <p14:creationId xmlns:p14="http://schemas.microsoft.com/office/powerpoint/2010/main" val="1493906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FD9834A-45D9-99BF-C75A-0668191F9F21}"/>
              </a:ext>
            </a:extLst>
          </p:cNvPr>
          <p:cNvSpPr>
            <a:spLocks noGrp="1"/>
          </p:cNvSpPr>
          <p:nvPr>
            <p:ph type="body" sz="quarter" idx="10" hasCustomPrompt="1"/>
          </p:nvPr>
        </p:nvSpPr>
        <p:spPr>
          <a:xfrm>
            <a:off x="376238" y="1856300"/>
            <a:ext cx="7037285" cy="1572700"/>
          </a:xfrm>
        </p:spPr>
        <p:txBody>
          <a:bodyPr anchor="b"/>
          <a:lstStyle>
            <a:lvl1pPr marL="0" indent="0" algn="l">
              <a:buNone/>
              <a:defRPr sz="4400">
                <a:latin typeface="+mj-lt"/>
              </a:defRPr>
            </a:lvl1pPr>
          </a:lstStyle>
          <a:p>
            <a:pPr lvl="0"/>
            <a:r>
              <a:rPr lang="en-US" dirty="0"/>
              <a:t>Click to edit Master title layout</a:t>
            </a:r>
          </a:p>
        </p:txBody>
      </p:sp>
      <p:sp>
        <p:nvSpPr>
          <p:cNvPr id="8" name="Text Placeholder 6">
            <a:extLst>
              <a:ext uri="{FF2B5EF4-FFF2-40B4-BE49-F238E27FC236}">
                <a16:creationId xmlns:a16="http://schemas.microsoft.com/office/drawing/2014/main" id="{8178EDCA-C55C-A5BE-BC3E-7BB45DBD4B2C}"/>
              </a:ext>
            </a:extLst>
          </p:cNvPr>
          <p:cNvSpPr>
            <a:spLocks noGrp="1"/>
          </p:cNvSpPr>
          <p:nvPr>
            <p:ph type="body" sz="quarter" idx="11" hasCustomPrompt="1"/>
          </p:nvPr>
        </p:nvSpPr>
        <p:spPr>
          <a:xfrm>
            <a:off x="376238" y="3913701"/>
            <a:ext cx="7037285" cy="365125"/>
          </a:xfrm>
        </p:spPr>
        <p:txBody>
          <a:bodyPr/>
          <a:lstStyle>
            <a:lvl1pPr marL="0" indent="0">
              <a:buNone/>
              <a:defRPr sz="20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subtitle</a:t>
            </a:r>
          </a:p>
        </p:txBody>
      </p:sp>
      <p:sp>
        <p:nvSpPr>
          <p:cNvPr id="9" name="Text Placeholder 6">
            <a:extLst>
              <a:ext uri="{FF2B5EF4-FFF2-40B4-BE49-F238E27FC236}">
                <a16:creationId xmlns:a16="http://schemas.microsoft.com/office/drawing/2014/main" id="{E870C557-009B-B8AA-6073-183379799CA0}"/>
              </a:ext>
            </a:extLst>
          </p:cNvPr>
          <p:cNvSpPr>
            <a:spLocks noGrp="1"/>
          </p:cNvSpPr>
          <p:nvPr>
            <p:ph type="body" sz="quarter" idx="12" hasCustomPrompt="1"/>
          </p:nvPr>
        </p:nvSpPr>
        <p:spPr>
          <a:xfrm>
            <a:off x="376238" y="4499508"/>
            <a:ext cx="7037285" cy="365125"/>
          </a:xfrm>
        </p:spPr>
        <p:txBody>
          <a:bodyPr/>
          <a:lstStyle>
            <a:lvl1pPr marL="0" indent="0">
              <a:buNone/>
              <a:defRPr sz="16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name placeholder</a:t>
            </a:r>
          </a:p>
        </p:txBody>
      </p:sp>
      <p:pic>
        <p:nvPicPr>
          <p:cNvPr id="11" name="Graphic 10">
            <a:extLst>
              <a:ext uri="{FF2B5EF4-FFF2-40B4-BE49-F238E27FC236}">
                <a16:creationId xmlns:a16="http://schemas.microsoft.com/office/drawing/2014/main" id="{5811B96E-B154-6B96-C39C-D6B95E4B06F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154652" y="5667847"/>
            <a:ext cx="2398251" cy="625821"/>
          </a:xfrm>
          <a:prstGeom prst="rect">
            <a:avLst/>
          </a:prstGeom>
        </p:spPr>
      </p:pic>
    </p:spTree>
    <p:extLst>
      <p:ext uri="{BB962C8B-B14F-4D97-AF65-F5344CB8AC3E}">
        <p14:creationId xmlns:p14="http://schemas.microsoft.com/office/powerpoint/2010/main" val="165780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2_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FD9834A-45D9-99BF-C75A-0668191F9F21}"/>
              </a:ext>
            </a:extLst>
          </p:cNvPr>
          <p:cNvSpPr>
            <a:spLocks noGrp="1"/>
          </p:cNvSpPr>
          <p:nvPr>
            <p:ph type="body" sz="quarter" idx="10" hasCustomPrompt="1"/>
          </p:nvPr>
        </p:nvSpPr>
        <p:spPr>
          <a:xfrm>
            <a:off x="376237" y="1856300"/>
            <a:ext cx="7037285" cy="1572700"/>
          </a:xfrm>
        </p:spPr>
        <p:txBody>
          <a:bodyPr anchor="b"/>
          <a:lstStyle>
            <a:lvl1pPr marL="0" indent="0">
              <a:buNone/>
              <a:defRPr sz="4400">
                <a:latin typeface="+mj-lt"/>
              </a:defRPr>
            </a:lvl1pPr>
          </a:lstStyle>
          <a:p>
            <a:pPr lvl="0"/>
            <a:r>
              <a:rPr lang="en-US" dirty="0"/>
              <a:t>Click to edit Master title layout</a:t>
            </a:r>
          </a:p>
        </p:txBody>
      </p:sp>
      <p:sp>
        <p:nvSpPr>
          <p:cNvPr id="8" name="Text Placeholder 6">
            <a:extLst>
              <a:ext uri="{FF2B5EF4-FFF2-40B4-BE49-F238E27FC236}">
                <a16:creationId xmlns:a16="http://schemas.microsoft.com/office/drawing/2014/main" id="{8178EDCA-C55C-A5BE-BC3E-7BB45DBD4B2C}"/>
              </a:ext>
            </a:extLst>
          </p:cNvPr>
          <p:cNvSpPr>
            <a:spLocks noGrp="1"/>
          </p:cNvSpPr>
          <p:nvPr>
            <p:ph type="body" sz="quarter" idx="11" hasCustomPrompt="1"/>
          </p:nvPr>
        </p:nvSpPr>
        <p:spPr>
          <a:xfrm>
            <a:off x="376238" y="3913701"/>
            <a:ext cx="7037285" cy="365125"/>
          </a:xfrm>
        </p:spPr>
        <p:txBody>
          <a:bodyPr/>
          <a:lstStyle>
            <a:lvl1pPr marL="0" indent="0">
              <a:buNone/>
              <a:defRPr sz="20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subtitle</a:t>
            </a:r>
          </a:p>
        </p:txBody>
      </p:sp>
      <p:sp>
        <p:nvSpPr>
          <p:cNvPr id="9" name="Text Placeholder 6">
            <a:extLst>
              <a:ext uri="{FF2B5EF4-FFF2-40B4-BE49-F238E27FC236}">
                <a16:creationId xmlns:a16="http://schemas.microsoft.com/office/drawing/2014/main" id="{E870C557-009B-B8AA-6073-183379799CA0}"/>
              </a:ext>
            </a:extLst>
          </p:cNvPr>
          <p:cNvSpPr>
            <a:spLocks noGrp="1"/>
          </p:cNvSpPr>
          <p:nvPr>
            <p:ph type="body" sz="quarter" idx="12" hasCustomPrompt="1"/>
          </p:nvPr>
        </p:nvSpPr>
        <p:spPr>
          <a:xfrm>
            <a:off x="376238" y="4499508"/>
            <a:ext cx="7037285" cy="365125"/>
          </a:xfrm>
        </p:spPr>
        <p:txBody>
          <a:bodyPr/>
          <a:lstStyle>
            <a:lvl1pPr marL="0" indent="0">
              <a:buNone/>
              <a:defRPr sz="16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name placeholder</a:t>
            </a:r>
          </a:p>
        </p:txBody>
      </p:sp>
      <p:pic>
        <p:nvPicPr>
          <p:cNvPr id="2" name="Graphic 1">
            <a:extLst>
              <a:ext uri="{FF2B5EF4-FFF2-40B4-BE49-F238E27FC236}">
                <a16:creationId xmlns:a16="http://schemas.microsoft.com/office/drawing/2014/main" id="{9CFD3E2B-DFD8-49A8-F841-03A38F7730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92303" y="496079"/>
            <a:ext cx="2398251" cy="625821"/>
          </a:xfrm>
          <a:prstGeom prst="rect">
            <a:avLst/>
          </a:prstGeom>
        </p:spPr>
      </p:pic>
    </p:spTree>
    <p:extLst>
      <p:ext uri="{BB962C8B-B14F-4D97-AF65-F5344CB8AC3E}">
        <p14:creationId xmlns:p14="http://schemas.microsoft.com/office/powerpoint/2010/main" val="724030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plunk - Forward-looking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72939F-C842-E535-8394-ABB53441106C}"/>
              </a:ext>
            </a:extLst>
          </p:cNvPr>
          <p:cNvSpPr txBox="1">
            <a:spLocks/>
          </p:cNvSpPr>
          <p:nvPr/>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bg1"/>
                </a:solidFill>
                <a:latin typeface="+mn-lt"/>
                <a:ea typeface="Lexend Medium"/>
                <a:cs typeface="Splunk Data Sans Pro" panose="020B0504030202020204" pitchFamily="34" charset="0"/>
                <a:sym typeface="Lexend"/>
              </a:rPr>
              <a:t>investor.cisco.com</a:t>
            </a:r>
            <a:r>
              <a:rPr lang="en-US" sz="950" b="0" i="0" dirty="0">
                <a:solidFill>
                  <a:schemeClr val="bg1"/>
                </a:solidFill>
                <a:latin typeface="+mn-lt"/>
                <a:ea typeface="Lexend Medium"/>
                <a:cs typeface="Splunk Data Sans Pro" panose="020B0504030202020204" pitchFamily="34" charset="0"/>
                <a:sym typeface="Lexend"/>
              </a:rPr>
              <a:t> or the SEC's website at </a:t>
            </a:r>
            <a:r>
              <a:rPr lang="en-US" sz="950" b="0" i="0" dirty="0" err="1">
                <a:solidFill>
                  <a:schemeClr val="bg1"/>
                </a:solidFill>
                <a:latin typeface="+mn-lt"/>
                <a:ea typeface="Lexend Medium"/>
                <a:cs typeface="Splunk Data Sans Pro" panose="020B0504030202020204" pitchFamily="34" charset="0"/>
                <a:sym typeface="Lexend"/>
              </a:rPr>
              <a:t>www.sec.gov</a:t>
            </a:r>
            <a:r>
              <a:rPr lang="en-US" sz="950" b="0" i="0" dirty="0">
                <a:solidFill>
                  <a:schemeClr val="bg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bg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4" name="Title 2">
            <a:extLst>
              <a:ext uri="{FF2B5EF4-FFF2-40B4-BE49-F238E27FC236}">
                <a16:creationId xmlns:a16="http://schemas.microsoft.com/office/drawing/2014/main" id="{7FD21534-54B2-2F1D-3FA0-79707BD45740}"/>
              </a:ext>
            </a:extLst>
          </p:cNvPr>
          <p:cNvSpPr txBox="1">
            <a:spLocks/>
          </p:cNvSpPr>
          <p:nvPr/>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bg1"/>
                </a:solidFill>
                <a:latin typeface="+mn-lt"/>
                <a:ea typeface="Lexend Medium"/>
                <a:cs typeface="Splunk Data Sans Pro" panose="020B0504030202020204" pitchFamily="34" charset="0"/>
                <a:sym typeface="Lexend"/>
              </a:rPr>
              <a:t>www.cisco.com</a:t>
            </a:r>
            <a:r>
              <a:rPr lang="en-US" sz="950" b="0" i="0" dirty="0">
                <a:solidFill>
                  <a:schemeClr val="bg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6" name="Straight Connector 5">
            <a:extLst>
              <a:ext uri="{FF2B5EF4-FFF2-40B4-BE49-F238E27FC236}">
                <a16:creationId xmlns:a16="http://schemas.microsoft.com/office/drawing/2014/main" id="{D03CF48A-0C04-BABA-C5A3-386DA61B8533}"/>
              </a:ext>
            </a:extLst>
          </p:cNvPr>
          <p:cNvCxnSpPr/>
          <p:nvPr/>
        </p:nvCxnSpPr>
        <p:spPr>
          <a:xfrm>
            <a:off x="4011388" y="4789715"/>
            <a:ext cx="736690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itle 2">
            <a:extLst>
              <a:ext uri="{FF2B5EF4-FFF2-40B4-BE49-F238E27FC236}">
                <a16:creationId xmlns:a16="http://schemas.microsoft.com/office/drawing/2014/main" id="{C9C2C4A0-6EA4-C056-AB73-9CE6BB1B9567}"/>
              </a:ext>
            </a:extLst>
          </p:cNvPr>
          <p:cNvSpPr txBox="1">
            <a:spLocks/>
          </p:cNvSpPr>
          <p:nvPr/>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t>Forward-looking statements</a:t>
            </a:r>
          </a:p>
        </p:txBody>
      </p:sp>
      <p:sp>
        <p:nvSpPr>
          <p:cNvPr id="3" name="Title 2">
            <a:extLst>
              <a:ext uri="{FF2B5EF4-FFF2-40B4-BE49-F238E27FC236}">
                <a16:creationId xmlns:a16="http://schemas.microsoft.com/office/drawing/2014/main" id="{91312EFF-00AB-5D86-967D-6FE3BDC8788D}"/>
              </a:ext>
            </a:extLst>
          </p:cNvPr>
          <p:cNvSpPr txBox="1">
            <a:spLocks/>
          </p:cNvSpPr>
          <p:nvPr/>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tx1"/>
                </a:solidFill>
                <a:latin typeface="+mn-lt"/>
                <a:ea typeface="Lexend Medium"/>
                <a:cs typeface="Splunk Data Sans Pro" panose="020B0504030202020204" pitchFamily="34" charset="0"/>
                <a:sym typeface="Lexend"/>
              </a:rPr>
              <a:t>investor.cisco.com</a:t>
            </a:r>
            <a:r>
              <a:rPr lang="en-US" sz="950" b="0" i="0" dirty="0">
                <a:solidFill>
                  <a:schemeClr val="tx1"/>
                </a:solidFill>
                <a:latin typeface="+mn-lt"/>
                <a:ea typeface="Lexend Medium"/>
                <a:cs typeface="Splunk Data Sans Pro" panose="020B0504030202020204" pitchFamily="34" charset="0"/>
                <a:sym typeface="Lexend"/>
              </a:rPr>
              <a:t> or the SEC's website at </a:t>
            </a:r>
            <a:r>
              <a:rPr lang="en-US" sz="950" b="0" i="0" dirty="0" err="1">
                <a:solidFill>
                  <a:schemeClr val="tx1"/>
                </a:solidFill>
                <a:latin typeface="+mn-lt"/>
                <a:ea typeface="Lexend Medium"/>
                <a:cs typeface="Splunk Data Sans Pro" panose="020B0504030202020204" pitchFamily="34" charset="0"/>
                <a:sym typeface="Lexend"/>
              </a:rPr>
              <a:t>www.sec.gov</a:t>
            </a:r>
            <a:r>
              <a:rPr lang="en-US" sz="950" b="0" i="0" dirty="0">
                <a:solidFill>
                  <a:schemeClr val="tx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tx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5" name="Title 2">
            <a:extLst>
              <a:ext uri="{FF2B5EF4-FFF2-40B4-BE49-F238E27FC236}">
                <a16:creationId xmlns:a16="http://schemas.microsoft.com/office/drawing/2014/main" id="{77BA592D-3F28-4C15-D675-DEF4D15C81F9}"/>
              </a:ext>
            </a:extLst>
          </p:cNvPr>
          <p:cNvSpPr txBox="1">
            <a:spLocks/>
          </p:cNvSpPr>
          <p:nvPr/>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tx1"/>
                </a:solidFill>
                <a:latin typeface="+mn-lt"/>
                <a:ea typeface="Lexend Medium"/>
                <a:cs typeface="Splunk Data Sans Pro" panose="020B0504030202020204" pitchFamily="34" charset="0"/>
                <a:sym typeface="Lexend"/>
              </a:rPr>
              <a:t>www.cisco.com</a:t>
            </a:r>
            <a:r>
              <a:rPr lang="en-US" sz="950" b="0" i="0" dirty="0">
                <a:solidFill>
                  <a:schemeClr val="tx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8" name="Straight Connector 7">
            <a:extLst>
              <a:ext uri="{FF2B5EF4-FFF2-40B4-BE49-F238E27FC236}">
                <a16:creationId xmlns:a16="http://schemas.microsoft.com/office/drawing/2014/main" id="{5530F874-A0A4-534D-9FBA-6DDB5F557A11}"/>
              </a:ext>
            </a:extLst>
          </p:cNvPr>
          <p:cNvCxnSpPr/>
          <p:nvPr/>
        </p:nvCxnSpPr>
        <p:spPr>
          <a:xfrm>
            <a:off x="4011388" y="4789715"/>
            <a:ext cx="736690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4D196EAB-B4FE-EE33-5659-7B2FCC12DBF1}"/>
              </a:ext>
            </a:extLst>
          </p:cNvPr>
          <p:cNvSpPr txBox="1">
            <a:spLocks/>
          </p:cNvSpPr>
          <p:nvPr/>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solidFill>
                  <a:schemeClr val="tx1"/>
                </a:solidFill>
              </a:rPr>
              <a:t>Forward-looking statements</a:t>
            </a:r>
          </a:p>
        </p:txBody>
      </p:sp>
    </p:spTree>
    <p:extLst>
      <p:ext uri="{BB962C8B-B14F-4D97-AF65-F5344CB8AC3E}">
        <p14:creationId xmlns:p14="http://schemas.microsoft.com/office/powerpoint/2010/main" val="1314733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Segue 3">
    <p:bg>
      <p:bgPr>
        <a:gradFill>
          <a:gsLst>
            <a:gs pos="2000">
              <a:schemeClr val="bg1"/>
            </a:gs>
            <a:gs pos="53000">
              <a:schemeClr val="bg2"/>
            </a:gs>
            <a:gs pos="92000">
              <a:schemeClr val="accent5"/>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486676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plunk -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1C73918-5F6C-0484-B359-F1B06B60E085}"/>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2" name="Graphic 1">
            <a:extLst>
              <a:ext uri="{FF2B5EF4-FFF2-40B4-BE49-F238E27FC236}">
                <a16:creationId xmlns:a16="http://schemas.microsoft.com/office/drawing/2014/main" id="{1579CB4D-1855-5881-6D9C-C7FDCF09B65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3107426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2.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6000">
              <a:schemeClr val="bg1"/>
            </a:gs>
            <a:gs pos="43000">
              <a:srgbClr val="F7F9FC"/>
            </a:gs>
            <a:gs pos="74000">
              <a:schemeClr val="bg2"/>
            </a:gs>
            <a:gs pos="100000">
              <a:schemeClr val="accent5"/>
            </a:gs>
          </a:gsLst>
          <a:lin ang="4800000" scaled="0"/>
          <a:tileRect/>
        </a:gra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tx1"/>
                </a:solidFill>
                <a:effectLst/>
                <a:uLnTx/>
                <a:uFillTx/>
                <a:latin typeface="+mn-lt"/>
                <a:ea typeface="Inter" panose="02000503000000020004" pitchFamily="2" charset="0"/>
                <a:cs typeface="CiscoSansTT Light" panose="020B0503020201020303" pitchFamily="34" charset="0"/>
              </a:defRPr>
            </a:lvl1p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tx1"/>
                </a:solidFill>
                <a:effectLst/>
                <a:uLnTx/>
                <a:uFillTx/>
                <a:latin typeface="+mn-lt"/>
                <a:ea typeface="Inter" panose="02000503000000020004" pitchFamily="2" charset="0"/>
                <a:cs typeface="CiscoSansTT Light" panose="020B0503020201020303" pitchFamily="34" charset="0"/>
              </a:defRPr>
            </a:lvl1pPr>
          </a:lstStyle>
          <a:p>
            <a:fld id="{C3C42FAE-7A31-41D3-A712-51D9B15D0B10}" type="slidenum">
              <a:rPr lang="en-US" smtClean="0"/>
              <a:pPr/>
              <a:t>‹#›</a:t>
            </a:fld>
            <a:endParaRPr lang="en-US" dirty="0"/>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042650" y="6672580"/>
            <a:ext cx="825499" cy="107722"/>
          </a:xfrm>
          <a:prstGeom prst="rect">
            <a:avLst/>
          </a:prstGeom>
        </p:spPr>
        <p:txBody>
          <a:bodyPr horzOverflow="overflow" wrap="square" lIns="0" tIns="0" rIns="0" bIns="0">
            <a:spAutoFit/>
          </a:bodyPr>
          <a:lstStyle/>
          <a:p>
            <a:pPr algn="r"/>
            <a:r>
              <a:rPr lang="en-US" sz="700" dirty="0">
                <a:solidFill>
                  <a:schemeClr val="tx1">
                    <a:alpha val="20000"/>
                  </a:schemeClr>
                </a:solidFill>
                <a:latin typeface="+mn-lt"/>
                <a:ea typeface="Inter" panose="02000503000000020004" pitchFamily="2" charset="0"/>
                <a:cs typeface="Calibri" panose="020F0502020204030204" pitchFamily="34" charset="0"/>
              </a:rPr>
              <a:t>Cisco Confidential</a:t>
            </a:r>
          </a:p>
        </p:txBody>
      </p:sp>
      <p:sp>
        <p:nvSpPr>
          <p:cNvPr id="9" name="Rectangle 8">
            <a:extLst>
              <a:ext uri="{FF2B5EF4-FFF2-40B4-BE49-F238E27FC236}">
                <a16:creationId xmlns:a16="http://schemas.microsoft.com/office/drawing/2014/main" id="{F3DAE625-C2E8-261C-59FF-41190A6259CA}"/>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tx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pic>
        <p:nvPicPr>
          <p:cNvPr id="10" name="Picture 7" descr="Cisco Logo">
            <a:extLst>
              <a:ext uri="{FF2B5EF4-FFF2-40B4-BE49-F238E27FC236}">
                <a16:creationId xmlns:a16="http://schemas.microsoft.com/office/drawing/2014/main" id="{50CC99B8-DEFD-9398-DD2F-50657870539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9"/>
              </a:ext>
            </a:extLst>
          </a:blip>
          <a:srcRect/>
          <a:stretch/>
        </p:blipFill>
        <p:spPr>
          <a:xfrm>
            <a:off x="11520088" y="6354445"/>
            <a:ext cx="348061" cy="182880"/>
          </a:xfrm>
          <a:prstGeom prst="rect">
            <a:avLst/>
          </a:prstGeom>
        </p:spPr>
      </p:pic>
      <p:sp>
        <p:nvSpPr>
          <p:cNvPr id="14" name="Google Shape;10;p1">
            <a:extLst>
              <a:ext uri="{FF2B5EF4-FFF2-40B4-BE49-F238E27FC236}">
                <a16:creationId xmlns:a16="http://schemas.microsoft.com/office/drawing/2014/main" id="{C242CD9D-3392-1B82-AD5E-93C9C87E0F8A}"/>
              </a:ext>
            </a:extLst>
          </p:cNvPr>
          <p:cNvSpPr txBox="1"/>
          <p:nvPr userDrawn="1"/>
        </p:nvSpPr>
        <p:spPr>
          <a:xfrm>
            <a:off x="8835" y="-259955"/>
            <a:ext cx="8087600" cy="30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90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rPr>
              <a:t>Splunk Template  |  TMPLT .conf26-Breakout-Light</a:t>
            </a:r>
            <a:endParaRPr sz="105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endParaRPr>
          </a:p>
        </p:txBody>
      </p:sp>
    </p:spTree>
    <p:extLst>
      <p:ext uri="{BB962C8B-B14F-4D97-AF65-F5344CB8AC3E}">
        <p14:creationId xmlns:p14="http://schemas.microsoft.com/office/powerpoint/2010/main" val="669712979"/>
      </p:ext>
    </p:extLst>
  </p:cSld>
  <p:clrMap bg1="dk1" tx1="lt1" bg2="dk2" tx2="lt2" accent1="accent1" accent2="accent2" accent3="accent3" accent4="accent4" accent5="accent5" accent6="accent6" hlink="hlink" folHlink="folHlink"/>
  <p:sldLayoutIdLst>
    <p:sldLayoutId id="2147484039" r:id="rId1"/>
    <p:sldLayoutId id="2147484040" r:id="rId2"/>
    <p:sldLayoutId id="2147484043" r:id="rId3"/>
    <p:sldLayoutId id="2147484105" r:id="rId4"/>
    <p:sldLayoutId id="2147484109" r:id="rId5"/>
    <p:sldLayoutId id="2147484046" r:id="rId6"/>
    <p:sldLayoutId id="2147484047" r:id="rId7"/>
    <p:sldLayoutId id="2147484048" r:id="rId8"/>
    <p:sldLayoutId id="2147484049" r:id="rId9"/>
    <p:sldLayoutId id="2147484050" r:id="rId10"/>
    <p:sldLayoutId id="2147484051" r:id="rId11"/>
    <p:sldLayoutId id="2147484052" r:id="rId12"/>
    <p:sldLayoutId id="2147484053" r:id="rId13"/>
    <p:sldLayoutId id="2147484054" r:id="rId14"/>
    <p:sldLayoutId id="2147484055" r:id="rId15"/>
    <p:sldLayoutId id="2147484056" r:id="rId16"/>
    <p:sldLayoutId id="2147484057" r:id="rId17"/>
    <p:sldLayoutId id="2147484112" r:id="rId18"/>
    <p:sldLayoutId id="2147484058" r:id="rId19"/>
    <p:sldLayoutId id="2147484059" r:id="rId20"/>
    <p:sldLayoutId id="2147484060" r:id="rId21"/>
    <p:sldLayoutId id="2147484061" r:id="rId22"/>
    <p:sldLayoutId id="2147484062" r:id="rId23"/>
    <p:sldLayoutId id="2147484063" r:id="rId24"/>
    <p:sldLayoutId id="2147484064" r:id="rId25"/>
    <p:sldLayoutId id="2147484065" r:id="rId26"/>
    <p:sldLayoutId id="2147484066" r:id="rId27"/>
    <p:sldLayoutId id="2147484067" r:id="rId28"/>
    <p:sldLayoutId id="2147484068" r:id="rId29"/>
    <p:sldLayoutId id="2147484069" r:id="rId30"/>
    <p:sldLayoutId id="2147484070" r:id="rId31"/>
    <p:sldLayoutId id="2147484071" r:id="rId32"/>
    <p:sldLayoutId id="2147484072" r:id="rId33"/>
    <p:sldLayoutId id="2147484073" r:id="rId34"/>
    <p:sldLayoutId id="2147484074" r:id="rId35"/>
    <p:sldLayoutId id="2147484075" r:id="rId36"/>
    <p:sldLayoutId id="2147484078" r:id="rId37"/>
    <p:sldLayoutId id="2147484079" r:id="rId38"/>
    <p:sldLayoutId id="2147484080" r:id="rId39"/>
    <p:sldLayoutId id="2147484081" r:id="rId40"/>
    <p:sldLayoutId id="2147484086" r:id="rId41"/>
    <p:sldLayoutId id="2147484106" r:id="rId42"/>
    <p:sldLayoutId id="2147484107" r:id="rId43"/>
    <p:sldLayoutId id="2147484108" r:id="rId44"/>
    <p:sldLayoutId id="2147484089" r:id="rId45"/>
    <p:sldLayoutId id="2147484090" r:id="rId46"/>
    <p:sldLayoutId id="2147484091" r:id="rId47"/>
    <p:sldLayoutId id="2147484092" r:id="rId48"/>
    <p:sldLayoutId id="2147484093" r:id="rId49"/>
    <p:sldLayoutId id="2147484096" r:id="rId50"/>
    <p:sldLayoutId id="2147484110" r:id="rId51"/>
    <p:sldLayoutId id="2147484097" r:id="rId52"/>
    <p:sldLayoutId id="2147484111" r:id="rId53"/>
    <p:sldLayoutId id="2147484100" r:id="rId54"/>
    <p:sldLayoutId id="2147484101" r:id="rId55"/>
    <p:sldLayoutId id="2147484103"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tx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2000" kern="1200" dirty="0">
          <a:solidFill>
            <a:schemeClr val="tx1"/>
          </a:solidFill>
          <a:latin typeface="+mn-lt"/>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800" kern="1200" dirty="0">
          <a:solidFill>
            <a:schemeClr val="tx1"/>
          </a:solidFill>
          <a:latin typeface="+mn-lt"/>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600" kern="1200" dirty="0">
          <a:solidFill>
            <a:schemeClr val="tx1"/>
          </a:solidFill>
          <a:latin typeface="+mn-lt"/>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400" kern="1200" dirty="0">
          <a:solidFill>
            <a:schemeClr val="tx1"/>
          </a:solidFill>
          <a:latin typeface="+mn-lt"/>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200" kern="1200" dirty="0">
          <a:solidFill>
            <a:schemeClr val="tx1"/>
          </a:solidFill>
          <a:latin typeface="+mn-lt"/>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160">
          <p15:clr>
            <a:srgbClr val="F26B43"/>
          </p15:clr>
        </p15:guide>
        <p15:guide id="126" pos="204" userDrawn="1">
          <p15:clr>
            <a:srgbClr val="F26B43"/>
          </p15:clr>
        </p15:guide>
        <p15:guide id="127" pos="7476" userDrawn="1">
          <p15:clr>
            <a:srgbClr val="F26B43"/>
          </p15:clr>
        </p15:guide>
        <p15:guide id="128" pos="3840" userDrawn="1">
          <p15:clr>
            <a:srgbClr val="F26B43"/>
          </p15:clr>
        </p15:guide>
        <p15:guide id="129" orient="horz" pos="3827" userDrawn="1">
          <p15:clr>
            <a:srgbClr val="9FCC3B"/>
          </p15:clr>
        </p15:guide>
        <p15:guide id="130" orient="horz" pos="202" userDrawn="1">
          <p15:clr>
            <a:srgbClr val="F26B43"/>
          </p15:clr>
        </p15:guide>
        <p15:guide id="131" orient="horz" pos="392" userDrawn="1">
          <p15:clr>
            <a:srgbClr val="A4A3A4"/>
          </p15:clr>
        </p15:guide>
        <p15:guide id="132" orient="horz" pos="2552" userDrawn="1">
          <p15:clr>
            <a:srgbClr val="A4A3A4"/>
          </p15:clr>
        </p15:guide>
        <p15:guide id="133" orient="horz" pos="600" userDrawn="1">
          <p15:clr>
            <a:srgbClr val="A4A3A4"/>
          </p15:clr>
        </p15:guide>
        <p15:guide id="134" orient="horz" pos="1766" userDrawn="1">
          <p15:clr>
            <a:srgbClr val="A4A3A4"/>
          </p15:clr>
        </p15:guide>
        <p15:guide id="135" orient="horz" pos="2355" userDrawn="1">
          <p15:clr>
            <a:srgbClr val="A4A3A4"/>
          </p15:clr>
        </p15:guide>
        <p15:guide id="136" orient="horz" pos="4118" userDrawn="1">
          <p15:clr>
            <a:srgbClr val="F26B43"/>
          </p15:clr>
        </p15:guide>
        <p15:guide id="137" orient="horz" pos="1178" userDrawn="1">
          <p15:clr>
            <a:srgbClr val="A4A3A4"/>
          </p15:clr>
        </p15:guide>
        <p15:guide id="138" orient="horz" pos="1374" userDrawn="1">
          <p15:clr>
            <a:srgbClr val="A4A3A4"/>
          </p15:clr>
        </p15:guide>
        <p15:guide id="139" orient="horz" pos="1570" userDrawn="1">
          <p15:clr>
            <a:srgbClr val="A4A3A4"/>
          </p15:clr>
        </p15:guide>
        <p15:guide id="140" pos="703" userDrawn="1">
          <p15:clr>
            <a:srgbClr val="A4A3A4"/>
          </p15:clr>
        </p15:guide>
        <p15:guide id="141" pos="820" userDrawn="1">
          <p15:clr>
            <a:srgbClr val="A4A3A4"/>
          </p15:clr>
        </p15:guide>
        <p15:guide id="142" pos="1321" userDrawn="1">
          <p15:clr>
            <a:srgbClr val="A4A3A4"/>
          </p15:clr>
        </p15:guide>
        <p15:guide id="143" pos="1435" userDrawn="1">
          <p15:clr>
            <a:srgbClr val="A4A3A4"/>
          </p15:clr>
        </p15:guide>
        <p15:guide id="144" pos="1936" userDrawn="1">
          <p15:clr>
            <a:srgbClr val="A4A3A4"/>
          </p15:clr>
        </p15:guide>
        <p15:guide id="145" pos="2051" userDrawn="1">
          <p15:clr>
            <a:srgbClr val="A4A3A4"/>
          </p15:clr>
        </p15:guide>
        <p15:guide id="146" pos="2551" userDrawn="1">
          <p15:clr>
            <a:srgbClr val="A4A3A4"/>
          </p15:clr>
        </p15:guide>
        <p15:guide id="147" pos="2665" userDrawn="1">
          <p15:clr>
            <a:srgbClr val="A4A3A4"/>
          </p15:clr>
        </p15:guide>
        <p15:guide id="148" pos="3167" userDrawn="1">
          <p15:clr>
            <a:srgbClr val="A4A3A4"/>
          </p15:clr>
        </p15:guide>
        <p15:guide id="149" pos="3281" userDrawn="1">
          <p15:clr>
            <a:srgbClr val="A4A3A4"/>
          </p15:clr>
        </p15:guide>
        <p15:guide id="150" pos="3783" userDrawn="1">
          <p15:clr>
            <a:srgbClr val="A4A3A4"/>
          </p15:clr>
        </p15:guide>
        <p15:guide id="151" pos="3896" userDrawn="1">
          <p15:clr>
            <a:srgbClr val="A4A3A4"/>
          </p15:clr>
        </p15:guide>
        <p15:guide id="152" pos="4397" userDrawn="1">
          <p15:clr>
            <a:srgbClr val="A4A3A4"/>
          </p15:clr>
        </p15:guide>
        <p15:guide id="153" pos="4512" userDrawn="1">
          <p15:clr>
            <a:srgbClr val="A4A3A4"/>
          </p15:clr>
        </p15:guide>
        <p15:guide id="154" pos="5013" userDrawn="1">
          <p15:clr>
            <a:srgbClr val="A4A3A4"/>
          </p15:clr>
        </p15:guide>
        <p15:guide id="155" pos="5128" userDrawn="1">
          <p15:clr>
            <a:srgbClr val="A4A3A4"/>
          </p15:clr>
        </p15:guide>
        <p15:guide id="156" pos="5629" userDrawn="1">
          <p15:clr>
            <a:srgbClr val="A4A3A4"/>
          </p15:clr>
        </p15:guide>
        <p15:guide id="157" pos="5742" userDrawn="1">
          <p15:clr>
            <a:srgbClr val="A4A3A4"/>
          </p15:clr>
        </p15:guide>
        <p15:guide id="158" pos="6244" userDrawn="1">
          <p15:clr>
            <a:srgbClr val="A4A3A4"/>
          </p15:clr>
        </p15:guide>
        <p15:guide id="159" pos="6359" userDrawn="1">
          <p15:clr>
            <a:srgbClr val="A4A3A4"/>
          </p15:clr>
        </p15:guide>
        <p15:guide id="160" pos="6859" userDrawn="1">
          <p15:clr>
            <a:srgbClr val="A4A3A4"/>
          </p15:clr>
        </p15:guide>
        <p15:guide id="161" pos="6975" userDrawn="1">
          <p15:clr>
            <a:srgbClr val="A4A3A4"/>
          </p15:clr>
        </p15:guide>
        <p15:guide id="162" orient="horz" pos="784" userDrawn="1">
          <p15:clr>
            <a:srgbClr val="A4A3A4"/>
          </p15:clr>
        </p15:guide>
        <p15:guide id="163" orient="horz" pos="980" userDrawn="1">
          <p15:clr>
            <a:srgbClr val="A4A3A4"/>
          </p15:clr>
        </p15:guide>
        <p15:guide id="164" orient="horz" pos="1962" userDrawn="1">
          <p15:clr>
            <a:srgbClr val="A4A3A4"/>
          </p15:clr>
        </p15:guide>
        <p15:guide id="165" orient="horz" pos="2747" userDrawn="1">
          <p15:clr>
            <a:srgbClr val="A4A3A4"/>
          </p15:clr>
        </p15:guide>
        <p15:guide id="166" orient="horz" pos="2945" userDrawn="1">
          <p15:clr>
            <a:srgbClr val="A4A3A4"/>
          </p15:clr>
        </p15:guide>
        <p15:guide id="167" orient="horz" pos="3141" userDrawn="1">
          <p15:clr>
            <a:srgbClr val="A4A3A4"/>
          </p15:clr>
        </p15:guide>
        <p15:guide id="168" orient="horz" pos="3337" userDrawn="1">
          <p15:clr>
            <a:srgbClr val="A4A3A4"/>
          </p15:clr>
        </p15:guide>
        <p15:guide id="169" orient="horz" pos="3535" userDrawn="1">
          <p15:clr>
            <a:srgbClr val="A4A3A4"/>
          </p15:clr>
        </p15:guide>
        <p15:guide id="170" orient="horz" pos="3730" userDrawn="1">
          <p15:clr>
            <a:srgbClr val="A4A3A4"/>
          </p15:clr>
        </p15:guide>
        <p15:guide id="171" orient="horz" pos="3936" userDrawn="1">
          <p15:clr>
            <a:srgbClr val="A4A3A4"/>
          </p15:clr>
        </p15:guide>
        <p15:guide id="172" orient="horz" pos="187" userDrawn="1">
          <p15:clr>
            <a:srgbClr val="9FCC3B"/>
          </p15:clr>
        </p15:guide>
        <p15:guide id="173" pos="455" userDrawn="1">
          <p15:clr>
            <a:srgbClr val="9FCC3B"/>
          </p15:clr>
        </p15:guide>
        <p15:guide id="174" pos="1069" userDrawn="1">
          <p15:clr>
            <a:srgbClr val="9FCC3B"/>
          </p15:clr>
        </p15:guide>
        <p15:guide id="175" pos="1685" userDrawn="1">
          <p15:clr>
            <a:srgbClr val="9FCC3B"/>
          </p15:clr>
        </p15:guide>
        <p15:guide id="176" pos="2301" userDrawn="1">
          <p15:clr>
            <a:srgbClr val="9FCC3B"/>
          </p15:clr>
        </p15:guide>
        <p15:guide id="177" pos="2915" userDrawn="1">
          <p15:clr>
            <a:srgbClr val="9FCC3B"/>
          </p15:clr>
        </p15:guide>
        <p15:guide id="178" pos="3531" userDrawn="1">
          <p15:clr>
            <a:srgbClr val="9FCC3B"/>
          </p15:clr>
        </p15:guide>
        <p15:guide id="179" pos="4146" userDrawn="1">
          <p15:clr>
            <a:srgbClr val="9FCC3B"/>
          </p15:clr>
        </p15:guide>
        <p15:guide id="180" pos="4762" userDrawn="1">
          <p15:clr>
            <a:srgbClr val="9FCC3B"/>
          </p15:clr>
        </p15:guide>
        <p15:guide id="181" pos="5378" userDrawn="1">
          <p15:clr>
            <a:srgbClr val="9FCC3B"/>
          </p15:clr>
        </p15:guide>
        <p15:guide id="182" pos="5992" userDrawn="1">
          <p15:clr>
            <a:srgbClr val="9FCC3B"/>
          </p15:clr>
        </p15:guide>
        <p15:guide id="183" pos="6609" userDrawn="1">
          <p15:clr>
            <a:srgbClr val="9FCC3B"/>
          </p15:clr>
        </p15:guide>
        <p15:guide id="184" pos="7225" userDrawn="1">
          <p15:clr>
            <a:srgbClr val="9FCC3B"/>
          </p15:clr>
        </p15:guide>
      </p15:sldGuideLst>
    </p:ext>
  </p:extLst>
</p:sldMaster>
</file>

<file path=ppt/slides/_rels/slide22.xml.rels><?xml version='1.0' encoding='UTF-8'?>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2.xml"/></Relationships>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DFB0-C33D-2C14-4285-2586D7BA03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A9AD78-5A7F-DBCD-7205-8F19B31119E8}"/>
              </a:ext>
            </a:extLst>
          </p:cNvPr>
          <p:cNvSpPr>
            <a:spLocks noGrp="1"/>
          </p:cNvSpPr>
          <p:nvPr>
            <p:ph type="title"/>
          </p:nvPr>
        </p:nvSpPr>
        <p:spPr/>
        <p:txBody>
          <a:bodyPr/>
          <a:lstStyle/>
          <a:p>
            <a:r>
              <a:rPr lang="en-GB" dirty="0"/>
              <a:t>You can’t protect what you don’t know you have.</a:t>
            </a:r>
            <a:endParaRPr lang="en-GB" dirty="0"/>
          </a:p>
        </p:txBody>
      </p:sp>
      <p:sp>
        <p:nvSpPr>
          <p:cNvPr id="8" name="Text Placeholder 7">
            <a:extLst>
              <a:ext uri="{FF2B5EF4-FFF2-40B4-BE49-F238E27FC236}">
                <a16:creationId xmlns:a16="http://schemas.microsoft.com/office/drawing/2014/main" id="{290A03A8-3D16-D477-5C3C-06C585910746}"/>
              </a:ext>
            </a:extLst>
          </p:cNvPr>
          <p:cNvSpPr>
            <a:spLocks noGrp="1"/>
          </p:cNvSpPr>
          <p:nvPr>
            <p:ph type="body" sz="quarter" idx="12"/>
          </p:nvPr>
        </p:nvSpPr>
        <p:spPr/>
        <p:txBody>
          <a:bodyPr/>
          <a:lstStyle/>
          <a:p>
            <a:r>
              <a:rPr lang="en-GB" dirty="0"/>
              <a:t>Dave DeWalt</a:t>
            </a:r>
          </a:p>
          <a:p>
            <a:r>
              <a:rPr lang="en-GB" sz="1600" dirty="0">
                <a:solidFill>
                  <a:schemeClr val="bg1">
                    <a:lumMod val="75000"/>
                  </a:schemeClr>
                </a:solidFill>
              </a:rPr>
              <a:t>Former CEO, McAfee &amp; FireEye · Founder, NightDragon</a:t>
            </a:r>
          </a:p>
        </p:txBody>
      </p:sp>
    </p:spTree>
    <p:extLst>
      <p:ext uri="{BB962C8B-B14F-4D97-AF65-F5344CB8AC3E}">
        <p14:creationId xmlns:p14="http://schemas.microsoft.com/office/powerpoint/2010/main" val="475416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plunk Template_Light">
  <a:themeElements>
    <a:clrScheme name="Splunk Template _Light">
      <a:dk1>
        <a:srgbClr val="FFFFFF"/>
      </a:dk1>
      <a:lt1>
        <a:srgbClr val="000000"/>
      </a:lt1>
      <a:dk2>
        <a:srgbClr val="F1F4FA"/>
      </a:dk2>
      <a:lt2>
        <a:srgbClr val="04060A"/>
      </a:lt2>
      <a:accent1>
        <a:srgbClr val="02C8FF"/>
      </a:accent1>
      <a:accent2>
        <a:srgbClr val="0A60FF"/>
      </a:accent2>
      <a:accent3>
        <a:srgbClr val="FF007F"/>
      </a:accent3>
      <a:accent4>
        <a:srgbClr val="FF9000"/>
      </a:accent4>
      <a:accent5>
        <a:srgbClr val="E9EDF4"/>
      </a:accent5>
      <a:accent6>
        <a:srgbClr val="04060A"/>
      </a:accent6>
      <a:hlink>
        <a:srgbClr val="095FFF"/>
      </a:hlink>
      <a:folHlink>
        <a:srgbClr val="BBC1C9"/>
      </a:folHlink>
    </a:clrScheme>
    <a:fontScheme name="Splunk_Inter_04-14-2026">
      <a:majorFont>
        <a:latin typeface="Inter SemiBold"/>
        <a:ea typeface=""/>
        <a:cs typeface=""/>
      </a:majorFont>
      <a:minorFont>
        <a:latin typeface="Int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28000">
              <a:schemeClr val="accent4"/>
            </a:gs>
            <a:gs pos="93000">
              <a:schemeClr val="accent3"/>
            </a:gs>
          </a:gsLst>
          <a:lin ang="10800000" scaled="1"/>
          <a:tileRect/>
        </a:gradFill>
        <a:ln w="15875">
          <a:solidFill>
            <a:schemeClr val="bg2"/>
          </a:solidFill>
        </a:ln>
        <a:effectLst/>
      </a:spPr>
      <a:bodyPr wrap="square" lIns="182880" tIns="182880" rIns="182880" bIns="182880" rtlCol="0" anchor="t" anchorCtr="0">
        <a:noAutofit/>
      </a:bodyPr>
      <a:lstStyle>
        <a:defPPr marL="182880" indent="-182880" algn="l">
          <a:buFont typeface="Arial" panose="020B0604020202020204" pitchFamily="34" charset="0"/>
          <a:buChar char="•"/>
          <a:defRPr sz="16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Splunk Template_Light" id="{46CDD400-E442-A74E-868A-988FF23B7A4C}" vid="{59343FA9-C6E6-6F42-A94B-0D946AB735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Relationships xmlns="http://schemas.openxmlformats.org/package/2006/relationships"><Relationship Id="rId1" Type="http://schemas.openxmlformats.org/officeDocument/2006/relationships/customXmlProps" Target="itemProps1.xml"/></Relationships>
</file>

<file path=customXml/_rels/item2.xml.rels><?xml version='1.0' encoding='UTF-8'?>
<Relationships xmlns="http://schemas.openxmlformats.org/package/2006/relationships"><Relationship Id="rId1" Type="http://schemas.openxmlformats.org/officeDocument/2006/relationships/customXmlProps" Target="itemProps2.xml"/></Relationships>
</file>

<file path=customXml/_rels/item3.xml.rels><?xml version='1.0' encoding='UTF-8'?>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023c571-ab7f-4e41-8d03-2262f05dcfa9" xsi:nil="true"/>
    <lcf76f155ced4ddcb4097134ff3c332f xmlns="436e6cc3-73db-45b7-95c7-6e848b5dcab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FC90483F6D65343AB8A3F0A3FE1718C" ma:contentTypeVersion="11" ma:contentTypeDescription="Create a new document." ma:contentTypeScope="" ma:versionID="ba2fe747e3ddf38885f0a6275a022522">
  <xsd:schema xmlns:xsd="http://www.w3.org/2001/XMLSchema" xmlns:xs="http://www.w3.org/2001/XMLSchema" xmlns:p="http://schemas.microsoft.com/office/2006/metadata/properties" xmlns:ns2="436e6cc3-73db-45b7-95c7-6e848b5dcabc" xmlns:ns3="3023c571-ab7f-4e41-8d03-2262f05dcfa9" targetNamespace="http://schemas.microsoft.com/office/2006/metadata/properties" ma:root="true" ma:fieldsID="97a6c8595afaa3df55ca0d3f559b3b67" ns2:_="" ns3:_="">
    <xsd:import namespace="436e6cc3-73db-45b7-95c7-6e848b5dcabc"/>
    <xsd:import namespace="3023c571-ab7f-4e41-8d03-2262f05dcf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e6cc3-73db-45b7-95c7-6e848b5dca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023c571-ab7f-4e41-8d03-2262f05dcfa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aab1e4d-98fa-4c8f-8981-90ca02cff468}" ma:internalName="TaxCatchAll" ma:showField="CatchAllData" ma:web="3023c571-ab7f-4e41-8d03-2262f05dcf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4BF782-4FFE-4FA9-B058-D73184FB1945}">
  <ds:schemaRefs>
    <ds:schemaRef ds:uri="http://purl.org/dc/elements/1.1/"/>
    <ds:schemaRef ds:uri="http://purl.org/dc/terms/"/>
    <ds:schemaRef ds:uri="http://schemas.microsoft.com/office/2006/documentManagement/types"/>
    <ds:schemaRef ds:uri="http://www.w3.org/XML/1998/namespace"/>
    <ds:schemaRef ds:uri="3023c571-ab7f-4e41-8d03-2262f05dcfa9"/>
    <ds:schemaRef ds:uri="http://schemas.microsoft.com/office/infopath/2007/PartnerControls"/>
    <ds:schemaRef ds:uri="http://schemas.openxmlformats.org/package/2006/metadata/core-properties"/>
    <ds:schemaRef ds:uri="436e6cc3-73db-45b7-95c7-6e848b5dcabc"/>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D0B9CF5-D5D6-4BCA-8BB3-2F2D5F46048E}">
  <ds:schemaRefs>
    <ds:schemaRef ds:uri="http://schemas.microsoft.com/sharepoint/v3/contenttype/forms"/>
  </ds:schemaRefs>
</ds:datastoreItem>
</file>

<file path=customXml/itemProps3.xml><?xml version="1.0" encoding="utf-8"?>
<ds:datastoreItem xmlns:ds="http://schemas.openxmlformats.org/officeDocument/2006/customXml" ds:itemID="{99BCD870-3D38-4491-B0DA-B0825E42F2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e6cc3-73db-45b7-95c7-6e848b5dcabc"/>
    <ds:schemaRef ds:uri="3023c571-ab7f-4e41-8d03-2262f05dcf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8f49a32-fde3-48a5-9266-b5b0972a22dc}" enabled="1" method="Privileged" siteId="{5ae1af62-9505-4097-a69a-c1553ef7840e}" removed="0"/>
</clbl:labelList>
</file>

<file path=docProps/app.xml><?xml version="1.0" encoding="utf-8"?>
<Properties xmlns="http://schemas.openxmlformats.org/officeDocument/2006/extended-properties" xmlns:vt="http://schemas.openxmlformats.org/officeDocument/2006/docPropsVTypes">
  <Template/>
  <TotalTime>11322</TotalTime>
  <Words>3459</Words>
  <Application>Microsoft Macintosh PowerPoint</Application>
  <PresentationFormat>Widescreen</PresentationFormat>
  <Paragraphs>464</Paragraphs>
  <Slides>46</Slides>
  <Notes>11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46</vt:i4>
      </vt:variant>
    </vt:vector>
  </HeadingPairs>
  <TitlesOfParts>
    <vt:vector size="60" baseType="lpstr">
      <vt:lpstr>Wingdings</vt:lpstr>
      <vt:lpstr>Inter Light</vt:lpstr>
      <vt:lpstr>CiscoSansTT</vt:lpstr>
      <vt:lpstr>Inter</vt:lpstr>
      <vt:lpstr>Lexend Black</vt:lpstr>
      <vt:lpstr>Arial</vt:lpstr>
      <vt:lpstr>Source Code Pro</vt:lpstr>
      <vt:lpstr>MS PGothic</vt:lpstr>
      <vt:lpstr>Splunk Data Sans Pro</vt:lpstr>
      <vt:lpstr>Inter SemiBold</vt:lpstr>
      <vt:lpstr>CiscoSansTT Light</vt:lpstr>
      <vt:lpstr>Aptos</vt:lpstr>
      <vt:lpstr>Lexend Medium</vt:lpstr>
      <vt:lpstr>Splunk Template_Light</vt:lpstr>
      <vt:lpstr>.conf26 Breakout Template</vt:lpstr>
      <vt:lpstr>Layouts</vt:lpstr>
      <vt:lpstr>.conf26 Do’s</vt:lpstr>
      <vt:lpstr>.conf26 Don’ts</vt:lpstr>
      <vt:lpstr>New typeface</vt:lpstr>
      <vt:lpstr>Colors and elements</vt:lpstr>
      <vt:lpstr>Icons</vt:lpstr>
      <vt:lpstr>Photography</vt:lpstr>
      <vt:lpstr>Photography</vt:lpstr>
      <vt:lpstr>AI Photo Creation</vt:lpstr>
      <vt:lpstr>AI Prompting</vt:lpstr>
      <vt:lpstr>Title Layout  option 1</vt:lpstr>
      <vt:lpstr>Title Layout option 2</vt:lpstr>
      <vt:lpstr>Title Layout option 3</vt:lpstr>
      <vt:lpstr>PowerPoint Presentation</vt:lpstr>
      <vt:lpstr>PowerPoint Presentation</vt:lpstr>
      <vt:lpstr>PowerPoint Presentation</vt:lpstr>
      <vt:lpstr>Session Title</vt:lpstr>
      <vt:lpstr>Session Title</vt:lpstr>
      <vt:lpstr>Session Title</vt:lpstr>
      <vt:lpstr>Statement slide, lorem ipsum dolor sit amet consectetuer adipiscing elit sed diam</vt:lpstr>
      <vt:lpstr>Quote slide 1, Lorem ipsum dolor sit amet consectetuer adipiscing elit sed diam nonummy nibh euismod tincidunt ut laoreet dolore</vt:lpstr>
      <vt:lpstr>Quote slide 2, Lorem ipsum dolor sit amet consectetuer adipiscing elit sed diam nonummy nibh euismod tincidunt ut laoreet dolore</vt:lpstr>
      <vt:lpstr>Half slide title, body copy, gradient graphic</vt:lpstr>
      <vt:lpstr>Three gradient-colored boxes  with icons</vt:lpstr>
      <vt:lpstr>One third slide, section, title layout 1, body copy added </vt:lpstr>
      <vt:lpstr>Third slide, title, photo, added body copy, lorum ipsum dolor</vt:lpstr>
      <vt:lpstr>Full-bleed  photo slide placeholder</vt:lpstr>
      <vt:lpstr>Desktop mockup</vt:lpstr>
      <vt:lpstr>Slide title only, enlarged default body copy added</vt:lpstr>
      <vt:lpstr>One column</vt:lpstr>
      <vt:lpstr>Two column </vt:lpstr>
      <vt:lpstr>Slide title, subtitle, three column</vt:lpstr>
      <vt:lpstr>Three column, icons</vt:lpstr>
      <vt:lpstr>Four column, icons</vt:lpstr>
      <vt:lpstr>Three column, boxes</vt:lpstr>
      <vt:lpstr>Four column, boxes</vt:lpstr>
      <vt:lpstr>Half slide title, layout 1</vt:lpstr>
      <vt:lpstr>Section, title layout 1 </vt:lpstr>
      <vt:lpstr>Half slide, section, title, layout 1, default headers and body copy added</vt:lpstr>
      <vt:lpstr>Half slide title, table</vt:lpstr>
      <vt:lpstr>Quarterly planner</vt:lpstr>
      <vt:lpstr>Slide title only</vt:lpstr>
      <vt:lpstr>PowerPoint Presentation</vt:lpstr>
      <vt:lpstr>Thank you</vt:lpstr>
      <vt:lpstr>Everyone is responsible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Eric Miller (ericmil)</dc:creator>
  <cp:keywords/>
  <dc:description/>
  <cp:lastModifiedBy>D Pollard</cp:lastModifiedBy>
  <cp:revision>166</cp:revision>
  <dcterms:created xsi:type="dcterms:W3CDTF">2026-01-01T21:26:30Z</dcterms:created>
  <dcterms:modified xsi:type="dcterms:W3CDTF">2026-07-24T09:27:20Z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2025-05-15T21:49:40Z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219e4d3d-e52c-4661-a7c5-2e875435f34b</vt:lpwstr>
  </property>
  <property fmtid="{D5CDD505-2E9C-101B-9397-08002B2CF9AE}" pid="8" name="MSIP_Label_c8f49a32-fde3-48a5-9266-b5b0972a22dc_ContentBits">
    <vt:lpwstr>2</vt:lpwstr>
  </property>
  <property fmtid="{D5CDD505-2E9C-101B-9397-08002B2CF9AE}" pid="9" name="MSIP_Label_c8f49a32-fde3-48a5-9266-b5b0972a22dc_Tag">
    <vt:lpwstr>10, 3, 0, 1</vt:lpwstr>
  </property>
  <property fmtid="{D5CDD505-2E9C-101B-9397-08002B2CF9AE}" pid="10" name="ClassificationContentMarkingFooterLocations">
    <vt:lpwstr>Cisco Dark 05-12-2025:8</vt:lpwstr>
  </property>
  <property fmtid="{D5CDD505-2E9C-101B-9397-08002B2CF9AE}" pid="11" name="ClassificationContentMarkingFooterText">
    <vt:lpwstr>Cisco Confidential</vt:lpwstr>
  </property>
  <property fmtid="{D5CDD505-2E9C-101B-9397-08002B2CF9AE}" pid="12" name="ContentTypeId">
    <vt:lpwstr>0x0101002FC90483F6D65343AB8A3F0A3FE1718C</vt:lpwstr>
  </property>
</Properties>
</file>